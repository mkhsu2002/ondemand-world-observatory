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bc15f96cfc74d23" /><Relationship Type="http://schemas.openxmlformats.org/officeDocument/2006/relationships/extended-properties" Target="/docProps/app.xml" Id="R4ed0acf0891949b3" /><Relationship Type="http://schemas.openxmlformats.org/officeDocument/2006/relationships/officeDocument" Target="/ppt/presentation.xml" Id="Rac819f5b508b4184" /></Relationships>
</file>

<file path=ppt/presentation.xml><?xml version="1.0" encoding="utf-8"?>
<p:presentation xmlns:p="http://schemas.openxmlformats.org/presentationml/2006/main">
  <p:sldMasterIdLst>
    <p:sldMasterId xmlns:r="http://schemas.openxmlformats.org/officeDocument/2006/relationships" id="2147483648" r:id="R86eae31e4ff447c1"/>
  </p:sldMasterIdLst>
  <p:notesMasterIdLst>
    <p:notesMasterId xmlns:r="http://schemas.openxmlformats.org/officeDocument/2006/relationships" r:id="R7c395df7d7674748"/>
  </p:notesMasterIdLst>
  <p:sldIdLst>
    <p:sldId xmlns:r="http://schemas.openxmlformats.org/officeDocument/2006/relationships" id="256" r:id="R8252c2892fd746ce"/>
    <p:sldId xmlns:r="http://schemas.openxmlformats.org/officeDocument/2006/relationships" id="257" r:id="R057050eda0b24054"/>
    <p:sldId xmlns:r="http://schemas.openxmlformats.org/officeDocument/2006/relationships" id="258" r:id="R7b1a89d3ca124b34"/>
    <p:sldId xmlns:r="http://schemas.openxmlformats.org/officeDocument/2006/relationships" id="259" r:id="R0ff843e7733041d1"/>
    <p:sldId xmlns:r="http://schemas.openxmlformats.org/officeDocument/2006/relationships" id="260" r:id="Rdca856cf9bd64248"/>
    <p:sldId xmlns:r="http://schemas.openxmlformats.org/officeDocument/2006/relationships" id="261" r:id="Rb90beff016794f1f"/>
    <p:sldId xmlns:r="http://schemas.openxmlformats.org/officeDocument/2006/relationships" id="262" r:id="R1d716b724a7e47bc"/>
    <p:sldId xmlns:r="http://schemas.openxmlformats.org/officeDocument/2006/relationships" id="263" r:id="Rc117acd339aa42ae"/>
    <p:sldId xmlns:r="http://schemas.openxmlformats.org/officeDocument/2006/relationships" id="264" r:id="Rc2ec78cd16e34379"/>
    <p:sldId xmlns:r="http://schemas.openxmlformats.org/officeDocument/2006/relationships" id="265" r:id="R174dbcaaef44470f"/>
    <p:sldId xmlns:r="http://schemas.openxmlformats.org/officeDocument/2006/relationships" id="266" r:id="Ra1d5ad474704444b"/>
    <p:sldId xmlns:r="http://schemas.openxmlformats.org/officeDocument/2006/relationships" id="267" r:id="R7bc1861f8b724aff"/>
    <p:sldId xmlns:r="http://schemas.openxmlformats.org/officeDocument/2006/relationships" id="268" r:id="R05c9f9d95cf54abc"/>
    <p:sldId xmlns:r="http://schemas.openxmlformats.org/officeDocument/2006/relationships" id="269" r:id="R9bfcaa12ecf2448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e4686ef59634da6" /><Relationship Type="http://schemas.openxmlformats.org/officeDocument/2006/relationships/slideMaster" Target="/ppt/slideMasters/slideMaster1.xml" Id="R86eae31e4ff447c1" /><Relationship Type="http://schemas.openxmlformats.org/officeDocument/2006/relationships/notesMaster" Target="/ppt/notesMasters/notesMaster1.xml" Id="R7c395df7d7674748" /><Relationship Type="http://schemas.openxmlformats.org/officeDocument/2006/relationships/presProps" Target="/ppt/presProps.xml" Id="R4d5b11a9035c4de9" /><Relationship Type="http://schemas.openxmlformats.org/officeDocument/2006/relationships/tableStyles" Target="/ppt/tableStyles.xml" Id="R10e1d66ab4f641da" /><Relationship Type="http://schemas.openxmlformats.org/officeDocument/2006/relationships/slide" Target="/ppt/slides/slide1.xml" Id="R8252c2892fd746ce" /><Relationship Type="http://schemas.openxmlformats.org/officeDocument/2006/relationships/slide" Target="/ppt/slides/slide2.xml" Id="R057050eda0b24054" /><Relationship Type="http://schemas.openxmlformats.org/officeDocument/2006/relationships/slide" Target="/ppt/slides/slide3.xml" Id="R7b1a89d3ca124b34" /><Relationship Type="http://schemas.openxmlformats.org/officeDocument/2006/relationships/slide" Target="/ppt/slides/slide4.xml" Id="R0ff843e7733041d1" /><Relationship Type="http://schemas.openxmlformats.org/officeDocument/2006/relationships/slide" Target="/ppt/slides/slide5.xml" Id="Rdca856cf9bd64248" /><Relationship Type="http://schemas.openxmlformats.org/officeDocument/2006/relationships/slide" Target="/ppt/slides/slide6.xml" Id="Rb90beff016794f1f" /><Relationship Type="http://schemas.openxmlformats.org/officeDocument/2006/relationships/slide" Target="/ppt/slides/slide7.xml" Id="R1d716b724a7e47bc" /><Relationship Type="http://schemas.openxmlformats.org/officeDocument/2006/relationships/slide" Target="/ppt/slides/slide8.xml" Id="Rc117acd339aa42ae" /><Relationship Type="http://schemas.openxmlformats.org/officeDocument/2006/relationships/slide" Target="/ppt/slides/slide9.xml" Id="Rc2ec78cd16e34379" /><Relationship Type="http://schemas.openxmlformats.org/officeDocument/2006/relationships/slide" Target="/ppt/slides/slide10.xml" Id="R174dbcaaef44470f" /><Relationship Type="http://schemas.openxmlformats.org/officeDocument/2006/relationships/slide" Target="/ppt/slides/slide11.xml" Id="Ra1d5ad474704444b" /><Relationship Type="http://schemas.openxmlformats.org/officeDocument/2006/relationships/slide" Target="/ppt/slides/slide12.xml" Id="R7bc1861f8b724aff" /><Relationship Type="http://schemas.openxmlformats.org/officeDocument/2006/relationships/slide" Target="/ppt/slides/slide13.xml" Id="R05c9f9d95cf54abc" /><Relationship Type="http://schemas.openxmlformats.org/officeDocument/2006/relationships/slide" Target="/ppt/slides/slide14.xml" Id="R9bfcaa12ecf2448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cdb855247a94fb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dec02fdc9394103" /><Relationship Type="http://schemas.openxmlformats.org/officeDocument/2006/relationships/notesMaster" Target="/ppt/notesMasters/notesMaster1.xml" Id="R36a3a81076754e30" /></Relationships>
</file>

<file path=ppt/notesSlides/_rels/notesSlide2.xml.rels>&#65279;<?xml version="1.0" encoding="utf-8"?><Relationships xmlns="http://schemas.openxmlformats.org/package/2006/relationships"><Relationship Type="http://schemas.openxmlformats.org/officeDocument/2006/relationships/slide" Target="/ppt/slides/slide2.xml" Id="R77ac5533831d4952" /><Relationship Type="http://schemas.openxmlformats.org/officeDocument/2006/relationships/notesMaster" Target="/ppt/notesMasters/notesMaster1.xml" Id="Rf990d2694cf744d2" /></Relationships>
</file>

<file path=ppt/notesSlides/_rels/notesSlide3.xml.rels>&#65279;<?xml version="1.0" encoding="utf-8"?><Relationships xmlns="http://schemas.openxmlformats.org/package/2006/relationships"><Relationship Type="http://schemas.openxmlformats.org/officeDocument/2006/relationships/slide" Target="/ppt/slides/slide3.xml" Id="Rf67dd87657ca41cd" /><Relationship Type="http://schemas.openxmlformats.org/officeDocument/2006/relationships/notesMaster" Target="/ppt/notesMasters/notesMaster1.xml" Id="R5fee475c5a5f4441" /></Relationships>
</file>

<file path=ppt/notesSlides/_rels/notesSlide4.xml.rels>&#65279;<?xml version="1.0" encoding="utf-8"?><Relationships xmlns="http://schemas.openxmlformats.org/package/2006/relationships"><Relationship Type="http://schemas.openxmlformats.org/officeDocument/2006/relationships/slide" Target="/ppt/slides/slide4.xml" Id="Rd04ee2b424e24cab" /><Relationship Type="http://schemas.openxmlformats.org/officeDocument/2006/relationships/notesMaster" Target="/ppt/notesMasters/notesMaster1.xml" Id="Rec6fd0db47254075" /></Relationships>
</file>

<file path=ppt/notesSlides/_rels/notesSlide5.xml.rels>&#65279;<?xml version="1.0" encoding="utf-8"?><Relationships xmlns="http://schemas.openxmlformats.org/package/2006/relationships"><Relationship Type="http://schemas.openxmlformats.org/officeDocument/2006/relationships/slide" Target="/ppt/slides/slide5.xml" Id="R514a1982063f49d0" /><Relationship Type="http://schemas.openxmlformats.org/officeDocument/2006/relationships/notesMaster" Target="/ppt/notesMasters/notesMaster1.xml" Id="R7943346f4871402a" /></Relationships>
</file>

<file path=ppt/notesSlides/_rels/notesSlide6.xml.rels>&#65279;<?xml version="1.0" encoding="utf-8"?><Relationships xmlns="http://schemas.openxmlformats.org/package/2006/relationships"><Relationship Type="http://schemas.openxmlformats.org/officeDocument/2006/relationships/slide" Target="/ppt/slides/slide6.xml" Id="Ra8b73da6992a4e0a" /><Relationship Type="http://schemas.openxmlformats.org/officeDocument/2006/relationships/notesMaster" Target="/ppt/notesMasters/notesMaster1.xml" Id="R743777933d9a4a9f" /></Relationships>
</file>

<file path=ppt/notesSlides/_rels/notesSlide7.xml.rels>&#65279;<?xml version="1.0" encoding="utf-8"?><Relationships xmlns="http://schemas.openxmlformats.org/package/2006/relationships"><Relationship Type="http://schemas.openxmlformats.org/officeDocument/2006/relationships/slide" Target="/ppt/slides/slide7.xml" Id="Ra077ced6e9b34aa0" /><Relationship Type="http://schemas.openxmlformats.org/officeDocument/2006/relationships/notesMaster" Target="/ppt/notesMasters/notesMaster1.xml" Id="R2757c73967634d85" /></Relationships>
</file>

<file path=ppt/notesSlides/_rels/notesSlide8.xml.rels>&#65279;<?xml version="1.0" encoding="utf-8"?><Relationships xmlns="http://schemas.openxmlformats.org/package/2006/relationships"><Relationship Type="http://schemas.openxmlformats.org/officeDocument/2006/relationships/slide" Target="/ppt/slides/slide8.xml" Id="R88e5ab8c5f1d4ec0" /><Relationship Type="http://schemas.openxmlformats.org/officeDocument/2006/relationships/notesMaster" Target="/ppt/notesMasters/notesMaster1.xml" Id="R43d458409dfe4629" /></Relationships>
</file>

<file path=ppt/notesSlides/_rels/notesSlide9.xml.rels>&#65279;<?xml version="1.0" encoding="utf-8"?><Relationships xmlns="http://schemas.openxmlformats.org/package/2006/relationships"><Relationship Type="http://schemas.openxmlformats.org/officeDocument/2006/relationships/slide" Target="/ppt/slides/slide9.xml" Id="R6bff95df834e4417" /><Relationship Type="http://schemas.openxmlformats.org/officeDocument/2006/relationships/notesMaster" Target="/ppt/notesMasters/notesMaster1.xml" Id="Re5332cb3a62140c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c9fa7deb31b43c0" /><Relationship Type="http://schemas.openxmlformats.org/officeDocument/2006/relationships/notesMaster" Target="/ppt/notesMasters/notesMaster1.xml" Id="Rc57b572973dc484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b556a091b544c8f" /><Relationship Type="http://schemas.openxmlformats.org/officeDocument/2006/relationships/notesMaster" Target="/ppt/notesMasters/notesMaster1.xml" Id="R311c087e80bb48b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7a826e3446f4637" /><Relationship Type="http://schemas.openxmlformats.org/officeDocument/2006/relationships/notesMaster" Target="/ppt/notesMasters/notesMaster1.xml" Id="R63cf2832d54540b1"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a0167430c4b4a30" /><Relationship Type="http://schemas.openxmlformats.org/officeDocument/2006/relationships/notesMaster" Target="/ppt/notesMasters/notesMaster1.xml" Id="R0ad2c5acca9840b7"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ccf35a46f661455d" /><Relationship Type="http://schemas.openxmlformats.org/officeDocument/2006/relationships/notesMaster" Target="/ppt/notesMasters/notesMaster1.xml" Id="R49e833dca37e48e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Stage I project plan for a website observation experience. Team: FlyPig AI. Author credit M.K. Hsu. Product definition from author instruction, 28 Oct 2026. Official track: https://contest.bhuntr.com/tw/39jg9vimiynrhlksze/home/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Problem and customer hypotheses, not completed interviews or measured market demand. No market size or competitor benchmark claimed. See docs/proposal-en.md sections 2 and 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opening would request a new observation clip using the selected domain and references.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Proposed method. Live weather would require a later data source and timestamp. Context does not claim scientific prediction or continuously evolving ecosystem state.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Written scenario example for the proposed prompt-planning workflow. See examples/scenario.json and examples/result.json.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Evaluate context interpretation and prompt planning on UGen300 / Hailo-10H, coordinated by a host and integrated with a video service. Confirm the final split against track requirements. https://contest.bhuntr.com/tw/39jg9vimiynrhlksze/home/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Vendor describes Hailo-10H and LLM/VLM model categories. Development will check workload compatibility against supported models. USB page: https://www.asus.com/tw/motherboards-components/ai-accelerator/ugen/ugen300-usb-8g/ accessed 28 Oct 2026. Form warns fixed hardware choice. Stage II requires actual UGen300 operation: https://contest.bhuntr.com/tw/39jg9vimiynrhlksze/home/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 prior concept: https://k-hunting-log.icareu.tw/journey/ accessed 28 Oct 2026. Existing K artwork and footage provide concept references. Planned development covers the observation pipeline and website component. Originality and asset requirements are documented in the rights register.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Planned website component and operator controls. Architecture, interfaces and written examples are available in the public repository.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customer and pricing statements are hypotheses. No customers, revenue, validated pricing or market-size claims. Unit-cost planning equation and assumptions are in docs/proposal-en.md section 8. No paid service started.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Proposed test sizes and acceptance gates for Stage II evaluation. p50 and p95 latency, memory, energy boundaries, failures and retries to be collected after implementation. Metrics would be collected during development.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Proposed plan, not performed work. Official Stage II 6 Nov–4 Dec 2026 and Global Online final deadline 4 Dec. Shortlist 2 Nov per 12 Oct amendment: https://contest.bhuntr.com/tw/39jg9vimiynrhlksze/article/4484/ accessed 28 Oct 2026. Backend cost/rights and split eligibility remain gates.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Official home section IX and downloaded unsigned rights/portrait consent form accessed 28 Oct 2026. Organizer confirmation pending. No agreement accepted or signature performed. Similarity disclosure alone does not cure ineligibility.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Public repository chosen by the author for proposal review. Stage I materials describe the planned system and development steps. Official home https://contest.bhuntr.com/tw/39jg9vimiynrhlksze/home/ and amendment accessed 28 Oct 2026. Full source register: sources/official-source-register.md. Scoring: innovation 30, commercial feasibility 35, practical value 25, storytelling 10. Deadline 28 Oct 17:00 Asia/Taipei. Live form PDF limit 15 MB, video optional discrepancy recorded.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f16f0659b744ec2"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fee38bbc39e94fe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2e75e98605d4c1c"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a2c4216e8e940e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f0c99be01364e1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0b22b49ed6a7434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933ED26-6369-4122-A935-C2D3B91C555D}"/>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626AB29F-D63D-42DC-BF0B-A567027A16FD}"/>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D07F2D0E-2546-4243-8C47-3A530788B65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7C8D2F0-541F-470D-9935-500CDB99690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39FACC39-FFDE-41FE-8C2E-0E8BAC0E82AA}"/>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3FE95E08-E4E0-440E-B8F7-65C69E95D45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FC787DD-D6D7-42C6-9483-E84316A322D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E39A7A26-28FF-4F3E-86F9-09401D499ED1}"/>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B830CB1-71B1-4469-B2EC-2803FE6AC7B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49D98EC-C838-4A2B-86CF-9A0E215DF86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b864ad8304a4fc7" /><Relationship Type="http://schemas.openxmlformats.org/officeDocument/2006/relationships/slideLayout" Target="/ppt/slideLayouts/slideLayout1.xml" Id="Rc532076953ab420c" /><Relationship Type="http://schemas.openxmlformats.org/officeDocument/2006/relationships/slideLayout" Target="/ppt/slideLayouts/slideLayout2.xml" Id="R069a019f27c645fc" /><Relationship Type="http://schemas.openxmlformats.org/officeDocument/2006/relationships/slideLayout" Target="/ppt/slideLayouts/slideLayout3.xml" Id="R63176b3809d2494b" /><Relationship Type="http://schemas.openxmlformats.org/officeDocument/2006/relationships/slideLayout" Target="/ppt/slideLayouts/slideLayout4.xml" Id="Rf2308b5a158d46bd" /><Relationship Type="http://schemas.openxmlformats.org/officeDocument/2006/relationships/slideLayout" Target="/ppt/slideLayouts/slideLayout5.xml" Id="Rbe67c222eb854a79" /><Relationship Type="http://schemas.openxmlformats.org/officeDocument/2006/relationships/slideLayout" Target="/ppt/slideLayouts/slideLayout6.xml" Id="R4cf33c1ecc6144b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532076953ab420c"/>
    <p:sldLayoutId xmlns:r="http://schemas.openxmlformats.org/officeDocument/2006/relationships" id="2147483650" r:id="R069a019f27c645fc"/>
    <p:sldLayoutId xmlns:r="http://schemas.openxmlformats.org/officeDocument/2006/relationships" id="2147483651" r:id="R63176b3809d2494b"/>
    <p:sldLayoutId xmlns:r="http://schemas.openxmlformats.org/officeDocument/2006/relationships" id="2147483652" r:id="Rf2308b5a158d46bd"/>
    <p:sldLayoutId xmlns:r="http://schemas.openxmlformats.org/officeDocument/2006/relationships" id="2147483653" r:id="Rbe67c222eb854a79"/>
    <p:sldLayoutId xmlns:r="http://schemas.openxmlformats.org/officeDocument/2006/relationships" id="2147483654" r:id="R4cf33c1ecc6144b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cca40e5e62fa4fc5" /><Relationship Type="http://schemas.openxmlformats.org/officeDocument/2006/relationships/notesSlide" Target="/ppt/notesSlides/notesSlide1.xml" Id="Rd2512cb5c397439e"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f9146d5df3bc47cb" /><Relationship Type="http://schemas.openxmlformats.org/officeDocument/2006/relationships/notesSlide" Target="/ppt/notesSlides/notesSlide2.xml" Id="R67f42a2a1c0d470a"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b5db2225e63d4ff1" /><Relationship Type="http://schemas.openxmlformats.org/officeDocument/2006/relationships/notesSlide" Target="/ppt/notesSlides/notesSlide3.xml" Id="Rbc7044ce5cdb47d7"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d0041c68f4344f9d" /><Relationship Type="http://schemas.openxmlformats.org/officeDocument/2006/relationships/notesSlide" Target="/ppt/notesSlides/notesSlide4.xml" Id="R55a2577555874f01"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217785e0515c4608" /><Relationship Type="http://schemas.openxmlformats.org/officeDocument/2006/relationships/notesSlide" Target="/ppt/notesSlides/notesSlide5.xml" Id="R358ff388eda646fd"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40955e05e30a4c63" /><Relationship Type="http://schemas.openxmlformats.org/officeDocument/2006/relationships/notesSlide" Target="/ppt/notesSlides/notesSlide6.xml" Id="Rdec7634cbd544a1f"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8a9797e8bdd043b9" /><Relationship Type="http://schemas.openxmlformats.org/officeDocument/2006/relationships/notesSlide" Target="/ppt/notesSlides/notesSlide7.xml" Id="R80fd012284084bb3"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7acab80530c74829" /><Relationship Type="http://schemas.openxmlformats.org/officeDocument/2006/relationships/notesSlide" Target="/ppt/notesSlides/notesSlide8.xml" Id="R4796c2069196420c"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f1824706e712492b" /><Relationship Type="http://schemas.openxmlformats.org/officeDocument/2006/relationships/notesSlide" Target="/ppt/notesSlides/notesSlide9.xml" Id="R13180fa68bfe4ab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ec4289f578eb4dc0" /><Relationship Type="http://schemas.openxmlformats.org/officeDocument/2006/relationships/notesSlide" Target="/ppt/notesSlides/notesSlide10.xml" Id="Rb7c649e42eff4781"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0c6ebbdfad1c4d7c" /><Relationship Type="http://schemas.openxmlformats.org/officeDocument/2006/relationships/notesSlide" Target="/ppt/notesSlides/notesSlide11.xml" Id="R418961ed187f4ec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7cd9a0f65b4340b1" /><Relationship Type="http://schemas.openxmlformats.org/officeDocument/2006/relationships/notesSlide" Target="/ppt/notesSlides/notesSlide12.xml" Id="Rd6a19a81fcb9423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7f9e20ef8f5f4207" /><Relationship Type="http://schemas.openxmlformats.org/officeDocument/2006/relationships/notesSlide" Target="/ppt/notesSlides/notesSlide13.xml" Id="Rb7864ce88425441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0c8addcbf8c94b62" /><Relationship Type="http://schemas.openxmlformats.org/officeDocument/2006/relationships/notesSlide" Target="/ppt/notesSlides/notesSlide14.xml" Id="Rdae02555efde4c31" /></Relationships>
</file>

<file path=ppt/slides/slide1.xml><?xml version="1.0" encoding="utf-8"?>
<p:sld xmlns:p="http://schemas.openxmlformats.org/presentationml/2006/main">
  <p:cSld>
    <p:bg>
      <p:bgPr>
        <a:solidFill xmlns:a="http://schemas.openxmlformats.org/drawingml/2006/main">
          <a:srgbClr val="102A2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6927FCE-63EE-46F1-9672-94E1C5284BD6}"/>
              </a:ext>
            </a:extLst>
          </p:cNvPr>
          <p:cNvSpPr>
            <a:spLocks xmlns:a="http://schemas.openxmlformats.org/drawingml/2006/main" noGrp="1"/>
          </p:cNvSpPr>
          <p:nvPr/>
        </p:nvSpPr>
        <p:spPr>
          <a:xfrm xmlns:a="http://schemas.openxmlformats.org/drawingml/2006/main">
            <a:off x="609600" y="476250"/>
            <a:ext cx="109537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F3F1E7"/>
                </a:solidFill>
                <a:latin typeface="Helvetica Neue"/>
                <a:ea typeface="Helvetica Neue"/>
                <a:cs typeface="Helvetica Neue"/>
              </a:defRPr>
            </a:defPPr>
            <a:lvl1pPr>
              <a:defRPr sz="3150" b="1">
                <a:solidFill>
                  <a:srgbClr val="F3F1E7"/>
                </a:solidFill>
                <a:latin typeface="Helvetica Neue"/>
                <a:ea typeface="Helvetica Neue"/>
                <a:cs typeface="Helvetica Neue"/>
              </a:defRPr>
            </a:lvl1pPr>
            <a:lvl2pPr>
              <a:defRPr sz="3150" b="1">
                <a:solidFill>
                  <a:srgbClr val="F3F1E7"/>
                </a:solidFill>
                <a:latin typeface="Helvetica Neue"/>
                <a:ea typeface="Helvetica Neue"/>
                <a:cs typeface="Helvetica Neue"/>
              </a:defRPr>
            </a:lvl2pPr>
            <a:lvl3pPr>
              <a:defRPr sz="3150" b="1">
                <a:solidFill>
                  <a:srgbClr val="F3F1E7"/>
                </a:solidFill>
                <a:latin typeface="Helvetica Neue"/>
                <a:ea typeface="Helvetica Neue"/>
                <a:cs typeface="Helvetica Neue"/>
              </a:defRPr>
            </a:lvl3pPr>
            <a:lvl4pPr>
              <a:defRPr sz="3150" b="1">
                <a:solidFill>
                  <a:srgbClr val="F3F1E7"/>
                </a:solidFill>
                <a:latin typeface="Helvetica Neue"/>
                <a:ea typeface="Helvetica Neue"/>
                <a:cs typeface="Helvetica Neue"/>
              </a:defRPr>
            </a:lvl4pPr>
            <a:lvl5pPr>
              <a:defRPr sz="3150" b="1">
                <a:solidFill>
                  <a:srgbClr val="F3F1E7"/>
                </a:solidFill>
                <a:latin typeface="Helvetica Neue"/>
                <a:ea typeface="Helvetica Neue"/>
                <a:cs typeface="Helvetica Neue"/>
              </a:defRPr>
            </a:lvl5pPr>
            <a:lvl6pPr>
              <a:defRPr sz="3150" b="1">
                <a:solidFill>
                  <a:srgbClr val="F3F1E7"/>
                </a:solidFill>
                <a:latin typeface="Helvetica Neue"/>
                <a:ea typeface="Helvetica Neue"/>
                <a:cs typeface="Helvetica Neue"/>
              </a:defRPr>
            </a:lvl6pPr>
            <a:lvl7pPr>
              <a:defRPr sz="3150" b="1">
                <a:solidFill>
                  <a:srgbClr val="F3F1E7"/>
                </a:solidFill>
                <a:latin typeface="Helvetica Neue"/>
                <a:ea typeface="Helvetica Neue"/>
                <a:cs typeface="Helvetica Neue"/>
              </a:defRPr>
            </a:lvl7pPr>
            <a:lvl8pPr>
              <a:defRPr sz="3150" b="1">
                <a:solidFill>
                  <a:srgbClr val="F3F1E7"/>
                </a:solidFill>
                <a:latin typeface="Helvetica Neue"/>
                <a:ea typeface="Helvetica Neue"/>
                <a:cs typeface="Helvetica Neue"/>
              </a:defRPr>
            </a:lvl8pPr>
            <a:lvl9pPr>
              <a:defRPr sz="3150" b="1">
                <a:solidFill>
                  <a:srgbClr val="F3F1E7"/>
                </a:solidFill>
                <a:latin typeface="Helvetica Neue"/>
                <a:ea typeface="Helvetica Neue"/>
                <a:cs typeface="Helvetica Neue"/>
              </a:defRPr>
            </a:lvl9pPr>
          </a:lstStyle>
          <a:p xmlns:a="http://schemas.openxmlformats.org/drawingml/2006/main">
            <a:pPr>
              <a:defRPr sz="3150" b="1">
                <a:solidFill>
                  <a:srgbClr val="F3F1E7"/>
                </a:solidFill>
                <a:latin typeface="Helvetica Neue"/>
                <a:ea typeface="Helvetica Neue"/>
                <a:cs typeface="Helvetica Neue"/>
              </a:defRPr>
            </a:pPr>
            <a:r>
              <a:rPr sz="3150" b="1">
                <a:solidFill>
                  <a:srgbClr val="F3F1E7"/>
                </a:solidFill>
                <a:latin typeface="Helvetica Neue"/>
                <a:ea typeface="Helvetica Neue"/>
                <a:cs typeface="Helvetica Neue"/>
              </a:rPr>
              <a:t>OnDemand World</a:t>
            </a:r>
          </a:p>
          <a:p xmlns:a="http://schemas.openxmlformats.org/drawingml/2006/main">
            <a:pPr>
              <a:defRPr sz="3150" b="1">
                <a:solidFill>
                  <a:srgbClr val="F3F1E7"/>
                </a:solidFill>
                <a:latin typeface="Helvetica Neue"/>
                <a:ea typeface="Helvetica Neue"/>
                <a:cs typeface="Helvetica Neue"/>
              </a:defRPr>
            </a:pPr>
            <a:r>
              <a:rPr sz="3150" b="1">
                <a:solidFill>
                  <a:srgbClr val="F3F1E7"/>
                </a:solidFill>
                <a:latin typeface="Helvetica Neue"/>
                <a:ea typeface="Helvetica Neue"/>
                <a:cs typeface="Helvetica Neue"/>
              </a:rPr>
              <a:t>Observatory</a:t>
            </a:r>
          </a:p>
        </p:txBody>
      </p:sp>
      <p:sp>
        <p:nvSpPr>
          <p:cNvPr id="2" name="">
            <a:extLst xmlns:a="http://schemas.openxmlformats.org/drawingml/2006/main">
              <a:ext uri="{FF2B5EF4-FFF2-40B4-BE49-F238E27FC236}">
                <a16:creationId xmlns:a16="http://schemas.microsoft.com/office/drawing/2014/main" id="{4D64C3E5-1D2B-4318-9E84-73393E8750A5}"/>
              </a:ext>
            </a:extLst>
          </p:cNvPr>
          <p:cNvSpPr>
            <a:spLocks xmlns:a="http://schemas.openxmlformats.org/drawingml/2006/main" noGrp="1"/>
          </p:cNvSpPr>
          <p:nvPr/>
        </p:nvSpPr>
        <p:spPr>
          <a:xfrm xmlns:a="http://schemas.openxmlformats.org/drawingml/2006/main">
            <a:off x="609600" y="1533525"/>
            <a:ext cx="10972800" cy="19050"/>
          </a:xfrm>
          <a:prstGeom xmlns:a="http://schemas.openxmlformats.org/drawingml/2006/main" prst="rect">
            <a:avLst/>
          </a:prstGeom>
          <a:solidFill xmlns:a="http://schemas.openxmlformats.org/drawingml/2006/main">
            <a:srgbClr val="416255"/>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DA5BAFEC-F9AB-4552-8CFE-71C2D0670EDD}"/>
              </a:ext>
            </a:extLst>
          </p:cNvPr>
          <p:cNvSpPr>
            <a:spLocks xmlns:a="http://schemas.openxmlformats.org/drawingml/2006/main" noGrp="1"/>
          </p:cNvSpPr>
          <p:nvPr/>
        </p:nvSpPr>
        <p:spPr>
          <a:xfrm xmlns:a="http://schemas.openxmlformats.org/drawingml/2006/main">
            <a:off x="609600" y="6419850"/>
            <a:ext cx="9525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B9DDC9"/>
                </a:solidFill>
                <a:latin typeface="Helvetica Neue"/>
                <a:ea typeface="Helvetica Neue"/>
                <a:cs typeface="Helvetica Neue"/>
              </a:defRPr>
            </a:defPPr>
            <a:lvl1pPr>
              <a:defRPr sz="1050" b="0">
                <a:solidFill>
                  <a:srgbClr val="B9DDC9"/>
                </a:solidFill>
                <a:latin typeface="Helvetica Neue"/>
                <a:ea typeface="Helvetica Neue"/>
                <a:cs typeface="Helvetica Neue"/>
              </a:defRPr>
            </a:lvl1pPr>
            <a:lvl2pPr>
              <a:defRPr sz="1050" b="0">
                <a:solidFill>
                  <a:srgbClr val="B9DDC9"/>
                </a:solidFill>
                <a:latin typeface="Helvetica Neue"/>
                <a:ea typeface="Helvetica Neue"/>
                <a:cs typeface="Helvetica Neue"/>
              </a:defRPr>
            </a:lvl2pPr>
            <a:lvl3pPr>
              <a:defRPr sz="1050" b="0">
                <a:solidFill>
                  <a:srgbClr val="B9DDC9"/>
                </a:solidFill>
                <a:latin typeface="Helvetica Neue"/>
                <a:ea typeface="Helvetica Neue"/>
                <a:cs typeface="Helvetica Neue"/>
              </a:defRPr>
            </a:lvl3pPr>
            <a:lvl4pPr>
              <a:defRPr sz="1050" b="0">
                <a:solidFill>
                  <a:srgbClr val="B9DDC9"/>
                </a:solidFill>
                <a:latin typeface="Helvetica Neue"/>
                <a:ea typeface="Helvetica Neue"/>
                <a:cs typeface="Helvetica Neue"/>
              </a:defRPr>
            </a:lvl4pPr>
            <a:lvl5pPr>
              <a:defRPr sz="1050" b="0">
                <a:solidFill>
                  <a:srgbClr val="B9DDC9"/>
                </a:solidFill>
                <a:latin typeface="Helvetica Neue"/>
                <a:ea typeface="Helvetica Neue"/>
                <a:cs typeface="Helvetica Neue"/>
              </a:defRPr>
            </a:lvl5pPr>
            <a:lvl6pPr>
              <a:defRPr sz="1050" b="0">
                <a:solidFill>
                  <a:srgbClr val="B9DDC9"/>
                </a:solidFill>
                <a:latin typeface="Helvetica Neue"/>
                <a:ea typeface="Helvetica Neue"/>
                <a:cs typeface="Helvetica Neue"/>
              </a:defRPr>
            </a:lvl6pPr>
            <a:lvl7pPr>
              <a:defRPr sz="1050" b="0">
                <a:solidFill>
                  <a:srgbClr val="B9DDC9"/>
                </a:solidFill>
                <a:latin typeface="Helvetica Neue"/>
                <a:ea typeface="Helvetica Neue"/>
                <a:cs typeface="Helvetica Neue"/>
              </a:defRPr>
            </a:lvl7pPr>
            <a:lvl8pPr>
              <a:defRPr sz="1050" b="0">
                <a:solidFill>
                  <a:srgbClr val="B9DDC9"/>
                </a:solidFill>
                <a:latin typeface="Helvetica Neue"/>
                <a:ea typeface="Helvetica Neue"/>
                <a:cs typeface="Helvetica Neue"/>
              </a:defRPr>
            </a:lvl8pPr>
            <a:lvl9pPr>
              <a:defRPr sz="1050" b="0">
                <a:solidFill>
                  <a:srgbClr val="B9DDC9"/>
                </a:solidFill>
                <a:latin typeface="Helvetica Neue"/>
                <a:ea typeface="Helvetica Neue"/>
                <a:cs typeface="Helvetica Neue"/>
              </a:defRPr>
            </a:lvl9pPr>
          </a:lstStyle>
          <a:p xmlns:a="http://schemas.openxmlformats.org/drawingml/2006/main">
            <a:pPr>
              <a:defRPr sz="1050" b="0">
                <a:solidFill>
                  <a:srgbClr val="B9DDC9"/>
                </a:solidFill>
                <a:latin typeface="Helvetica Neue"/>
                <a:ea typeface="Helvetica Neue"/>
                <a:cs typeface="Helvetica Neue"/>
              </a:defRPr>
            </a:pPr>
            <a:r>
              <a:rPr sz="1050" b="0">
                <a:solidFill>
                  <a:srgbClr val="B9DDC9"/>
                </a:solidFill>
                <a:latin typeface="Helvetica Neue"/>
                <a:ea typeface="Helvetica Neue"/>
                <a:cs typeface="Helvetica Neue"/>
              </a:rPr>
              <a:t>STAGE I / PROJECT PLAN</a:t>
            </a:r>
          </a:p>
        </p:txBody>
      </p:sp>
      <p:sp>
        <p:nvSpPr>
          <p:cNvPr id="4" name="">
            <a:extLst xmlns:a="http://schemas.openxmlformats.org/drawingml/2006/main">
              <a:ext uri="{FF2B5EF4-FFF2-40B4-BE49-F238E27FC236}">
                <a16:creationId xmlns:a16="http://schemas.microsoft.com/office/drawing/2014/main" id="{1DCDFFEF-D1F1-4906-B387-A8CAB6D03770}"/>
              </a:ext>
            </a:extLst>
          </p:cNvPr>
          <p:cNvSpPr>
            <a:spLocks xmlns:a="http://schemas.openxmlformats.org/drawingml/2006/main" noGrp="1"/>
          </p:cNvSpPr>
          <p:nvPr/>
        </p:nvSpPr>
        <p:spPr>
          <a:xfrm xmlns:a="http://schemas.openxmlformats.org/drawingml/2006/main">
            <a:off x="11106150" y="6419850"/>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B9DDC9"/>
                </a:solidFill>
                <a:latin typeface="Helvetica Neue"/>
                <a:ea typeface="Helvetica Neue"/>
                <a:cs typeface="Helvetica Neue"/>
              </a:defRPr>
            </a:defPPr>
            <a:lvl1pPr>
              <a:defRPr sz="1050" b="0">
                <a:solidFill>
                  <a:srgbClr val="B9DDC9"/>
                </a:solidFill>
                <a:latin typeface="Helvetica Neue"/>
                <a:ea typeface="Helvetica Neue"/>
                <a:cs typeface="Helvetica Neue"/>
              </a:defRPr>
            </a:lvl1pPr>
            <a:lvl2pPr>
              <a:defRPr sz="1050" b="0">
                <a:solidFill>
                  <a:srgbClr val="B9DDC9"/>
                </a:solidFill>
                <a:latin typeface="Helvetica Neue"/>
                <a:ea typeface="Helvetica Neue"/>
                <a:cs typeface="Helvetica Neue"/>
              </a:defRPr>
            </a:lvl2pPr>
            <a:lvl3pPr>
              <a:defRPr sz="1050" b="0">
                <a:solidFill>
                  <a:srgbClr val="B9DDC9"/>
                </a:solidFill>
                <a:latin typeface="Helvetica Neue"/>
                <a:ea typeface="Helvetica Neue"/>
                <a:cs typeface="Helvetica Neue"/>
              </a:defRPr>
            </a:lvl3pPr>
            <a:lvl4pPr>
              <a:defRPr sz="1050" b="0">
                <a:solidFill>
                  <a:srgbClr val="B9DDC9"/>
                </a:solidFill>
                <a:latin typeface="Helvetica Neue"/>
                <a:ea typeface="Helvetica Neue"/>
                <a:cs typeface="Helvetica Neue"/>
              </a:defRPr>
            </a:lvl4pPr>
            <a:lvl5pPr>
              <a:defRPr sz="1050" b="0">
                <a:solidFill>
                  <a:srgbClr val="B9DDC9"/>
                </a:solidFill>
                <a:latin typeface="Helvetica Neue"/>
                <a:ea typeface="Helvetica Neue"/>
                <a:cs typeface="Helvetica Neue"/>
              </a:defRPr>
            </a:lvl5pPr>
            <a:lvl6pPr>
              <a:defRPr sz="1050" b="0">
                <a:solidFill>
                  <a:srgbClr val="B9DDC9"/>
                </a:solidFill>
                <a:latin typeface="Helvetica Neue"/>
                <a:ea typeface="Helvetica Neue"/>
                <a:cs typeface="Helvetica Neue"/>
              </a:defRPr>
            </a:lvl6pPr>
            <a:lvl7pPr>
              <a:defRPr sz="1050" b="0">
                <a:solidFill>
                  <a:srgbClr val="B9DDC9"/>
                </a:solidFill>
                <a:latin typeface="Helvetica Neue"/>
                <a:ea typeface="Helvetica Neue"/>
                <a:cs typeface="Helvetica Neue"/>
              </a:defRPr>
            </a:lvl7pPr>
            <a:lvl8pPr>
              <a:defRPr sz="1050" b="0">
                <a:solidFill>
                  <a:srgbClr val="B9DDC9"/>
                </a:solidFill>
                <a:latin typeface="Helvetica Neue"/>
                <a:ea typeface="Helvetica Neue"/>
                <a:cs typeface="Helvetica Neue"/>
              </a:defRPr>
            </a:lvl8pPr>
            <a:lvl9pPr>
              <a:defRPr sz="1050" b="0">
                <a:solidFill>
                  <a:srgbClr val="B9DDC9"/>
                </a:solidFill>
                <a:latin typeface="Helvetica Neue"/>
                <a:ea typeface="Helvetica Neue"/>
                <a:cs typeface="Helvetica Neue"/>
              </a:defRPr>
            </a:lvl9pPr>
          </a:lstStyle>
          <a:p xmlns:a="http://schemas.openxmlformats.org/drawingml/2006/main">
            <a:pPr>
              <a:defRPr sz="1050" b="0">
                <a:solidFill>
                  <a:srgbClr val="B9DDC9"/>
                </a:solidFill>
                <a:latin typeface="Helvetica Neue"/>
                <a:ea typeface="Helvetica Neue"/>
                <a:cs typeface="Helvetica Neue"/>
              </a:defRPr>
            </a:pPr>
            <a:r>
              <a:rPr sz="1050" b="0">
                <a:solidFill>
                  <a:srgbClr val="B9DDC9"/>
                </a:solidFill>
                <a:latin typeface="Helvetica Neue"/>
                <a:ea typeface="Helvetica Neue"/>
                <a:cs typeface="Helvetica Neue"/>
              </a:rPr>
              <a:t>01</a:t>
            </a:r>
          </a:p>
        </p:txBody>
      </p:sp>
      <p:sp>
        <p:nvSpPr>
          <p:cNvPr id="5" name="">
            <a:extLst xmlns:a="http://schemas.openxmlformats.org/drawingml/2006/main">
              <a:ext uri="{FF2B5EF4-FFF2-40B4-BE49-F238E27FC236}">
                <a16:creationId xmlns:a16="http://schemas.microsoft.com/office/drawing/2014/main" id="{F2943109-F5F9-4C9A-B29A-B3465AE1FA2B}"/>
              </a:ext>
            </a:extLst>
          </p:cNvPr>
          <p:cNvSpPr>
            <a:spLocks xmlns:a="http://schemas.openxmlformats.org/drawingml/2006/main" noGrp="1"/>
          </p:cNvSpPr>
          <p:nvPr/>
        </p:nvSpPr>
        <p:spPr>
          <a:xfrm xmlns:a="http://schemas.openxmlformats.org/drawingml/2006/main">
            <a:off x="609600" y="2362200"/>
            <a:ext cx="7048500" cy="1219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550" b="0">
                <a:solidFill>
                  <a:srgbClr val="F3F1E7"/>
                </a:solidFill>
                <a:latin typeface="Helvetica Neue"/>
                <a:ea typeface="Helvetica Neue"/>
                <a:cs typeface="Helvetica Neue"/>
              </a:defRPr>
            </a:defPPr>
            <a:lvl1pPr>
              <a:defRPr sz="2550" b="0">
                <a:solidFill>
                  <a:srgbClr val="F3F1E7"/>
                </a:solidFill>
                <a:latin typeface="Helvetica Neue"/>
                <a:ea typeface="Helvetica Neue"/>
                <a:cs typeface="Helvetica Neue"/>
              </a:defRPr>
            </a:lvl1pPr>
            <a:lvl2pPr>
              <a:defRPr sz="2550" b="0">
                <a:solidFill>
                  <a:srgbClr val="F3F1E7"/>
                </a:solidFill>
                <a:latin typeface="Helvetica Neue"/>
                <a:ea typeface="Helvetica Neue"/>
                <a:cs typeface="Helvetica Neue"/>
              </a:defRPr>
            </a:lvl2pPr>
            <a:lvl3pPr>
              <a:defRPr sz="2550" b="0">
                <a:solidFill>
                  <a:srgbClr val="F3F1E7"/>
                </a:solidFill>
                <a:latin typeface="Helvetica Neue"/>
                <a:ea typeface="Helvetica Neue"/>
                <a:cs typeface="Helvetica Neue"/>
              </a:defRPr>
            </a:lvl3pPr>
            <a:lvl4pPr>
              <a:defRPr sz="2550" b="0">
                <a:solidFill>
                  <a:srgbClr val="F3F1E7"/>
                </a:solidFill>
                <a:latin typeface="Helvetica Neue"/>
                <a:ea typeface="Helvetica Neue"/>
                <a:cs typeface="Helvetica Neue"/>
              </a:defRPr>
            </a:lvl4pPr>
            <a:lvl5pPr>
              <a:defRPr sz="2550" b="0">
                <a:solidFill>
                  <a:srgbClr val="F3F1E7"/>
                </a:solidFill>
                <a:latin typeface="Helvetica Neue"/>
                <a:ea typeface="Helvetica Neue"/>
                <a:cs typeface="Helvetica Neue"/>
              </a:defRPr>
            </a:lvl5pPr>
            <a:lvl6pPr>
              <a:defRPr sz="2550" b="0">
                <a:solidFill>
                  <a:srgbClr val="F3F1E7"/>
                </a:solidFill>
                <a:latin typeface="Helvetica Neue"/>
                <a:ea typeface="Helvetica Neue"/>
                <a:cs typeface="Helvetica Neue"/>
              </a:defRPr>
            </a:lvl6pPr>
            <a:lvl7pPr>
              <a:defRPr sz="2550" b="0">
                <a:solidFill>
                  <a:srgbClr val="F3F1E7"/>
                </a:solidFill>
                <a:latin typeface="Helvetica Neue"/>
                <a:ea typeface="Helvetica Neue"/>
                <a:cs typeface="Helvetica Neue"/>
              </a:defRPr>
            </a:lvl7pPr>
            <a:lvl8pPr>
              <a:defRPr sz="2550" b="0">
                <a:solidFill>
                  <a:srgbClr val="F3F1E7"/>
                </a:solidFill>
                <a:latin typeface="Helvetica Neue"/>
                <a:ea typeface="Helvetica Neue"/>
                <a:cs typeface="Helvetica Neue"/>
              </a:defRPr>
            </a:lvl8pPr>
            <a:lvl9pPr>
              <a:defRPr sz="2550" b="0">
                <a:solidFill>
                  <a:srgbClr val="F3F1E7"/>
                </a:solidFill>
                <a:latin typeface="Helvetica Neue"/>
                <a:ea typeface="Helvetica Neue"/>
                <a:cs typeface="Helvetica Neue"/>
              </a:defRPr>
            </a:lvl9pPr>
          </a:lstStyle>
          <a:p xmlns:a="http://schemas.openxmlformats.org/drawingml/2006/main">
            <a:pPr>
              <a:defRPr sz="2550" b="0">
                <a:solidFill>
                  <a:srgbClr val="F3F1E7"/>
                </a:solidFill>
                <a:latin typeface="Helvetica Neue"/>
                <a:ea typeface="Helvetica Neue"/>
                <a:cs typeface="Helvetica Neue"/>
              </a:defRPr>
            </a:pPr>
            <a:r>
              <a:rPr sz="2550" b="0">
                <a:solidFill>
                  <a:srgbClr val="F3F1E7"/>
                </a:solidFill>
                <a:latin typeface="Helvetica Neue"/>
                <a:ea typeface="Helvetica Neue"/>
                <a:cs typeface="Helvetica Neue"/>
              </a:rPr>
              <a:t>Realistic, real-time imagery</a:t>
            </a:r>
          </a:p>
          <a:p xmlns:a="http://schemas.openxmlformats.org/drawingml/2006/main">
            <a:pPr>
              <a:defRPr sz="2550" b="0">
                <a:solidFill>
                  <a:srgbClr val="F3F1E7"/>
                </a:solidFill>
                <a:latin typeface="Helvetica Neue"/>
                <a:ea typeface="Helvetica Neue"/>
                <a:cs typeface="Helvetica Neue"/>
              </a:defRPr>
            </a:pPr>
            <a:r>
              <a:rPr sz="2550" b="0">
                <a:solidFill>
                  <a:srgbClr val="F3F1E7"/>
                </a:solidFill>
                <a:latin typeface="Helvetica Neue"/>
                <a:ea typeface="Helvetica Neue"/>
                <a:cs typeface="Helvetica Neue"/>
              </a:rPr>
              <a:t>for websites with existing world settings</a:t>
            </a:r>
          </a:p>
        </p:txBody>
      </p:sp>
      <p:sp>
        <p:nvSpPr>
          <p:cNvPr id="6" name="">
            <a:extLst xmlns:a="http://schemas.openxmlformats.org/drawingml/2006/main">
              <a:ext uri="{FF2B5EF4-FFF2-40B4-BE49-F238E27FC236}">
                <a16:creationId xmlns:a16="http://schemas.microsoft.com/office/drawing/2014/main" id="{9D0598FE-28E9-42A9-B3E4-2C4FE4941A87}"/>
              </a:ext>
            </a:extLst>
          </p:cNvPr>
          <p:cNvSpPr>
            <a:spLocks xmlns:a="http://schemas.openxmlformats.org/drawingml/2006/main" noGrp="1"/>
          </p:cNvSpPr>
          <p:nvPr/>
        </p:nvSpPr>
        <p:spPr>
          <a:xfrm xmlns:a="http://schemas.openxmlformats.org/drawingml/2006/main">
            <a:off x="609600" y="4381500"/>
            <a:ext cx="96202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800" b="0">
                <a:solidFill>
                  <a:srgbClr val="B9DDC9"/>
                </a:solidFill>
                <a:latin typeface="Helvetica Neue"/>
                <a:ea typeface="Helvetica Neue"/>
                <a:cs typeface="Helvetica Neue"/>
              </a:defRPr>
            </a:defPPr>
            <a:lvl1pPr>
              <a:defRPr sz="1800" b="0">
                <a:solidFill>
                  <a:srgbClr val="B9DDC9"/>
                </a:solidFill>
                <a:latin typeface="Helvetica Neue"/>
                <a:ea typeface="Helvetica Neue"/>
                <a:cs typeface="Helvetica Neue"/>
              </a:defRPr>
            </a:lvl1pPr>
            <a:lvl2pPr>
              <a:defRPr sz="1800" b="0">
                <a:solidFill>
                  <a:srgbClr val="B9DDC9"/>
                </a:solidFill>
                <a:latin typeface="Helvetica Neue"/>
                <a:ea typeface="Helvetica Neue"/>
                <a:cs typeface="Helvetica Neue"/>
              </a:defRPr>
            </a:lvl2pPr>
            <a:lvl3pPr>
              <a:defRPr sz="1800" b="0">
                <a:solidFill>
                  <a:srgbClr val="B9DDC9"/>
                </a:solidFill>
                <a:latin typeface="Helvetica Neue"/>
                <a:ea typeface="Helvetica Neue"/>
                <a:cs typeface="Helvetica Neue"/>
              </a:defRPr>
            </a:lvl3pPr>
            <a:lvl4pPr>
              <a:defRPr sz="1800" b="0">
                <a:solidFill>
                  <a:srgbClr val="B9DDC9"/>
                </a:solidFill>
                <a:latin typeface="Helvetica Neue"/>
                <a:ea typeface="Helvetica Neue"/>
                <a:cs typeface="Helvetica Neue"/>
              </a:defRPr>
            </a:lvl4pPr>
            <a:lvl5pPr>
              <a:defRPr sz="1800" b="0">
                <a:solidFill>
                  <a:srgbClr val="B9DDC9"/>
                </a:solidFill>
                <a:latin typeface="Helvetica Neue"/>
                <a:ea typeface="Helvetica Neue"/>
                <a:cs typeface="Helvetica Neue"/>
              </a:defRPr>
            </a:lvl5pPr>
            <a:lvl6pPr>
              <a:defRPr sz="1800" b="0">
                <a:solidFill>
                  <a:srgbClr val="B9DDC9"/>
                </a:solidFill>
                <a:latin typeface="Helvetica Neue"/>
                <a:ea typeface="Helvetica Neue"/>
                <a:cs typeface="Helvetica Neue"/>
              </a:defRPr>
            </a:lvl6pPr>
            <a:lvl7pPr>
              <a:defRPr sz="1800" b="0">
                <a:solidFill>
                  <a:srgbClr val="B9DDC9"/>
                </a:solidFill>
                <a:latin typeface="Helvetica Neue"/>
                <a:ea typeface="Helvetica Neue"/>
                <a:cs typeface="Helvetica Neue"/>
              </a:defRPr>
            </a:lvl7pPr>
            <a:lvl8pPr>
              <a:defRPr sz="1800" b="0">
                <a:solidFill>
                  <a:srgbClr val="B9DDC9"/>
                </a:solidFill>
                <a:latin typeface="Helvetica Neue"/>
                <a:ea typeface="Helvetica Neue"/>
                <a:cs typeface="Helvetica Neue"/>
              </a:defRPr>
            </a:lvl8pPr>
            <a:lvl9pPr>
              <a:defRPr sz="1800" b="0">
                <a:solidFill>
                  <a:srgbClr val="B9DDC9"/>
                </a:solidFill>
                <a:latin typeface="Helvetica Neue"/>
                <a:ea typeface="Helvetica Neue"/>
                <a:cs typeface="Helvetica Neue"/>
              </a:defRPr>
            </a:lvl9pPr>
          </a:lstStyle>
          <a:p xmlns:a="http://schemas.openxmlformats.org/drawingml/2006/main">
            <a:pPr>
              <a:defRPr sz="1800" b="0">
                <a:solidFill>
                  <a:srgbClr val="B9DDC9"/>
                </a:solidFill>
                <a:latin typeface="Helvetica Neue"/>
                <a:ea typeface="Helvetica Neue"/>
                <a:cs typeface="Helvetica Neue"/>
              </a:defRPr>
            </a:pPr>
            <a:r>
              <a:rPr sz="1800" b="0">
                <a:solidFill>
                  <a:srgbClr val="B9DDC9"/>
                </a:solidFill>
                <a:latin typeface="Helvetica Neue"/>
                <a:ea typeface="Helvetica Neue"/>
                <a:cs typeface="Helvetica Neue"/>
              </a:rPr>
              <a:t>Team: FlyPig AI / Author: M.K. Hsu</a:t>
            </a:r>
          </a:p>
          <a:p xmlns:a="http://schemas.openxmlformats.org/drawingml/2006/main">
            <a:pPr>
              <a:defRPr sz="1800" b="0">
                <a:solidFill>
                  <a:srgbClr val="B9DDC9"/>
                </a:solidFill>
                <a:latin typeface="Helvetica Neue"/>
                <a:ea typeface="Helvetica Neue"/>
                <a:cs typeface="Helvetica Neue"/>
              </a:defRPr>
            </a:pPr>
            <a:r>
              <a:rPr sz="1800" b="0">
                <a:solidFill>
                  <a:srgbClr val="B9DDC9"/>
                </a:solidFill>
                <a:latin typeface="Helvetica Neue"/>
                <a:ea typeface="Helvetica Neue"/>
                <a:cs typeface="Helvetica Neue"/>
              </a:rPr>
              <a:t>Creator AI / Battlefield Lightning / Global Online Track</a:t>
            </a:r>
          </a:p>
        </p:txBody>
      </p:sp>
      <p:sp>
        <p:nvSpPr>
          <p:cNvPr id="7" name="">
            <a:extLst xmlns:a="http://schemas.openxmlformats.org/drawingml/2006/main">
              <a:ext uri="{FF2B5EF4-FFF2-40B4-BE49-F238E27FC236}">
                <a16:creationId xmlns:a16="http://schemas.microsoft.com/office/drawing/2014/main" id="{6871656C-61D4-4DFB-A7E4-5B398B5EE6BA}"/>
              </a:ext>
            </a:extLst>
          </p:cNvPr>
          <p:cNvSpPr>
            <a:spLocks xmlns:a="http://schemas.openxmlformats.org/drawingml/2006/main" noGrp="1"/>
          </p:cNvSpPr>
          <p:nvPr/>
        </p:nvSpPr>
        <p:spPr>
          <a:xfrm xmlns:a="http://schemas.openxmlformats.org/drawingml/2006/main">
            <a:off x="609600" y="5581650"/>
            <a:ext cx="5715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0">
                <a:solidFill>
                  <a:srgbClr val="D6AE61"/>
                </a:solidFill>
                <a:latin typeface="Helvetica Neue"/>
                <a:ea typeface="Helvetica Neue"/>
                <a:cs typeface="Helvetica Neue"/>
              </a:defRPr>
            </a:defPPr>
            <a:lvl1pPr>
              <a:defRPr sz="1575" b="0">
                <a:solidFill>
                  <a:srgbClr val="D6AE61"/>
                </a:solidFill>
                <a:latin typeface="Helvetica Neue"/>
                <a:ea typeface="Helvetica Neue"/>
                <a:cs typeface="Helvetica Neue"/>
              </a:defRPr>
            </a:lvl1pPr>
            <a:lvl2pPr>
              <a:defRPr sz="1575" b="0">
                <a:solidFill>
                  <a:srgbClr val="D6AE61"/>
                </a:solidFill>
                <a:latin typeface="Helvetica Neue"/>
                <a:ea typeface="Helvetica Neue"/>
                <a:cs typeface="Helvetica Neue"/>
              </a:defRPr>
            </a:lvl2pPr>
            <a:lvl3pPr>
              <a:defRPr sz="1575" b="0">
                <a:solidFill>
                  <a:srgbClr val="D6AE61"/>
                </a:solidFill>
                <a:latin typeface="Helvetica Neue"/>
                <a:ea typeface="Helvetica Neue"/>
                <a:cs typeface="Helvetica Neue"/>
              </a:defRPr>
            </a:lvl3pPr>
            <a:lvl4pPr>
              <a:defRPr sz="1575" b="0">
                <a:solidFill>
                  <a:srgbClr val="D6AE61"/>
                </a:solidFill>
                <a:latin typeface="Helvetica Neue"/>
                <a:ea typeface="Helvetica Neue"/>
                <a:cs typeface="Helvetica Neue"/>
              </a:defRPr>
            </a:lvl4pPr>
            <a:lvl5pPr>
              <a:defRPr sz="1575" b="0">
                <a:solidFill>
                  <a:srgbClr val="D6AE61"/>
                </a:solidFill>
                <a:latin typeface="Helvetica Neue"/>
                <a:ea typeface="Helvetica Neue"/>
                <a:cs typeface="Helvetica Neue"/>
              </a:defRPr>
            </a:lvl5pPr>
            <a:lvl6pPr>
              <a:defRPr sz="1575" b="0">
                <a:solidFill>
                  <a:srgbClr val="D6AE61"/>
                </a:solidFill>
                <a:latin typeface="Helvetica Neue"/>
                <a:ea typeface="Helvetica Neue"/>
                <a:cs typeface="Helvetica Neue"/>
              </a:defRPr>
            </a:lvl6pPr>
            <a:lvl7pPr>
              <a:defRPr sz="1575" b="0">
                <a:solidFill>
                  <a:srgbClr val="D6AE61"/>
                </a:solidFill>
                <a:latin typeface="Helvetica Neue"/>
                <a:ea typeface="Helvetica Neue"/>
                <a:cs typeface="Helvetica Neue"/>
              </a:defRPr>
            </a:lvl7pPr>
            <a:lvl8pPr>
              <a:defRPr sz="1575" b="0">
                <a:solidFill>
                  <a:srgbClr val="D6AE61"/>
                </a:solidFill>
                <a:latin typeface="Helvetica Neue"/>
                <a:ea typeface="Helvetica Neue"/>
                <a:cs typeface="Helvetica Neue"/>
              </a:defRPr>
            </a:lvl8pPr>
            <a:lvl9pPr>
              <a:defRPr sz="1575" b="0">
                <a:solidFill>
                  <a:srgbClr val="D6AE61"/>
                </a:solidFill>
                <a:latin typeface="Helvetica Neue"/>
                <a:ea typeface="Helvetica Neue"/>
                <a:cs typeface="Helvetica Neue"/>
              </a:defRPr>
            </a:lvl9pPr>
          </a:lstStyle>
          <a:p xmlns:a="http://schemas.openxmlformats.org/drawingml/2006/main">
            <a:pPr>
              <a:defRPr sz="1575" b="0">
                <a:solidFill>
                  <a:srgbClr val="D6AE61"/>
                </a:solidFill>
                <a:latin typeface="Helvetica Neue"/>
                <a:ea typeface="Helvetica Neue"/>
                <a:cs typeface="Helvetica Neue"/>
              </a:defRPr>
            </a:pPr>
            <a:r>
              <a:rPr sz="1575" b="0">
                <a:solidFill>
                  <a:srgbClr val="D6AE61"/>
                </a:solidFill>
                <a:latin typeface="Helvetica Neue"/>
                <a:ea typeface="Helvetica Neue"/>
                <a:cs typeface="Helvetica Neue"/>
              </a:rPr>
              <a:t>28 October 2026</a:t>
            </a:r>
          </a:p>
        </p:txBody>
      </p:sp>
      <p:sp>
        <p:nvSpPr>
          <p:cNvPr id="8" name="">
            <a:extLst xmlns:a="http://schemas.openxmlformats.org/drawingml/2006/main">
              <a:ext uri="{FF2B5EF4-FFF2-40B4-BE49-F238E27FC236}">
                <a16:creationId xmlns:a16="http://schemas.microsoft.com/office/drawing/2014/main" id="{97527426-058E-4EC7-B914-D407575DB942}"/>
              </a:ext>
            </a:extLst>
          </p:cNvPr>
          <p:cNvSpPr>
            <a:spLocks xmlns:a="http://schemas.openxmlformats.org/drawingml/2006/main" noGrp="1"/>
          </p:cNvSpPr>
          <p:nvPr/>
        </p:nvSpPr>
        <p:spPr>
          <a:xfrm xmlns:a="http://schemas.openxmlformats.org/drawingml/2006/main">
            <a:off x="8591550" y="2305050"/>
            <a:ext cx="2381250" cy="2381250"/>
          </a:xfrm>
          <a:prstGeom xmlns:a="http://schemas.openxmlformats.org/drawingml/2006/main" prst="ellipse">
            <a:avLst/>
          </a:prstGeom>
          <a:noFill xmlns:a="http://schemas.openxmlformats.org/drawingml/2006/main"/>
          <a:ln xmlns:a="http://schemas.openxmlformats.org/drawingml/2006/main" w="9525">
            <a:solidFill>
              <a:srgbClr val="608C76"/>
            </a:solidFill>
            <a:prstDash val="solid"/>
          </a:ln>
        </p:spPr>
      </p:sp>
      <p:sp>
        <p:nvSpPr>
          <p:cNvPr id="9" name="">
            <a:extLst xmlns:a="http://schemas.openxmlformats.org/drawingml/2006/main">
              <a:ext uri="{FF2B5EF4-FFF2-40B4-BE49-F238E27FC236}">
                <a16:creationId xmlns:a16="http://schemas.microsoft.com/office/drawing/2014/main" id="{C7C2FB74-2F3C-4E47-9F90-4CE36A314591}"/>
              </a:ext>
            </a:extLst>
          </p:cNvPr>
          <p:cNvSpPr>
            <a:spLocks xmlns:a="http://schemas.openxmlformats.org/drawingml/2006/main" noGrp="1"/>
          </p:cNvSpPr>
          <p:nvPr/>
        </p:nvSpPr>
        <p:spPr>
          <a:xfrm xmlns:a="http://schemas.openxmlformats.org/drawingml/2006/main">
            <a:off x="8953500" y="2667000"/>
            <a:ext cx="1657350" cy="1657350"/>
          </a:xfrm>
          <a:prstGeom xmlns:a="http://schemas.openxmlformats.org/drawingml/2006/main" prst="ellipse">
            <a:avLst/>
          </a:prstGeom>
          <a:noFill xmlns:a="http://schemas.openxmlformats.org/drawingml/2006/main"/>
          <a:ln xmlns:a="http://schemas.openxmlformats.org/drawingml/2006/main" w="9525">
            <a:solidFill>
              <a:srgbClr val="608C76"/>
            </a:solidFill>
            <a:prstDash val="solid"/>
          </a:ln>
        </p:spPr>
      </p:sp>
      <p:sp>
        <p:nvSpPr>
          <p:cNvPr id="10" name="">
            <a:extLst xmlns:a="http://schemas.openxmlformats.org/drawingml/2006/main">
              <a:ext uri="{FF2B5EF4-FFF2-40B4-BE49-F238E27FC236}">
                <a16:creationId xmlns:a16="http://schemas.microsoft.com/office/drawing/2014/main" id="{5CB742AC-01BF-460E-A084-91262448B521}"/>
              </a:ext>
            </a:extLst>
          </p:cNvPr>
          <p:cNvSpPr>
            <a:spLocks xmlns:a="http://schemas.openxmlformats.org/drawingml/2006/main" noGrp="1"/>
          </p:cNvSpPr>
          <p:nvPr/>
        </p:nvSpPr>
        <p:spPr>
          <a:xfrm xmlns:a="http://schemas.openxmlformats.org/drawingml/2006/main">
            <a:off x="8420100" y="3476625"/>
            <a:ext cx="2724150" cy="19050"/>
          </a:xfrm>
          <a:prstGeom xmlns:a="http://schemas.openxmlformats.org/drawingml/2006/main" prst="rect">
            <a:avLst/>
          </a:prstGeom>
          <a:solidFill xmlns:a="http://schemas.openxmlformats.org/drawingml/2006/main">
            <a:srgbClr val="D6AE6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2051B647-A8FE-42C6-9F52-E8D633B646EF}"/>
              </a:ext>
            </a:extLst>
          </p:cNvPr>
          <p:cNvSpPr>
            <a:spLocks xmlns:a="http://schemas.openxmlformats.org/drawingml/2006/main" noGrp="1"/>
          </p:cNvSpPr>
          <p:nvPr/>
        </p:nvSpPr>
        <p:spPr>
          <a:xfrm xmlns:a="http://schemas.openxmlformats.org/drawingml/2006/main">
            <a:off x="9772650" y="2133600"/>
            <a:ext cx="19050" cy="2724150"/>
          </a:xfrm>
          <a:prstGeom xmlns:a="http://schemas.openxmlformats.org/drawingml/2006/main" prst="rect">
            <a:avLst/>
          </a:prstGeom>
          <a:solidFill xmlns:a="http://schemas.openxmlformats.org/drawingml/2006/main">
            <a:srgbClr val="D6AE61"/>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DF9E24C-3BDB-4E81-8E45-22B30CD6F8B8}"/>
              </a:ext>
            </a:extLst>
          </p:cNvPr>
          <p:cNvSpPr>
            <a:spLocks xmlns:a="http://schemas.openxmlformats.org/drawingml/2006/main" noGrp="1"/>
          </p:cNvSpPr>
          <p:nvPr/>
        </p:nvSpPr>
        <p:spPr>
          <a:xfrm xmlns:a="http://schemas.openxmlformats.org/drawingml/2006/main">
            <a:off x="9144000" y="3057525"/>
            <a:ext cx="1524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025" b="1">
                <a:solidFill>
                  <a:srgbClr val="F3F1E7"/>
                </a:solidFill>
                <a:latin typeface="Helvetica Neue"/>
                <a:ea typeface="Helvetica Neue"/>
                <a:cs typeface="Helvetica Neue"/>
              </a:defRPr>
            </a:defPPr>
            <a:lvl1pPr>
              <a:defRPr sz="2025" b="1">
                <a:solidFill>
                  <a:srgbClr val="F3F1E7"/>
                </a:solidFill>
                <a:latin typeface="Helvetica Neue"/>
                <a:ea typeface="Helvetica Neue"/>
                <a:cs typeface="Helvetica Neue"/>
              </a:defRPr>
            </a:lvl1pPr>
            <a:lvl2pPr>
              <a:defRPr sz="2025" b="1">
                <a:solidFill>
                  <a:srgbClr val="F3F1E7"/>
                </a:solidFill>
                <a:latin typeface="Helvetica Neue"/>
                <a:ea typeface="Helvetica Neue"/>
                <a:cs typeface="Helvetica Neue"/>
              </a:defRPr>
            </a:lvl2pPr>
            <a:lvl3pPr>
              <a:defRPr sz="2025" b="1">
                <a:solidFill>
                  <a:srgbClr val="F3F1E7"/>
                </a:solidFill>
                <a:latin typeface="Helvetica Neue"/>
                <a:ea typeface="Helvetica Neue"/>
                <a:cs typeface="Helvetica Neue"/>
              </a:defRPr>
            </a:lvl3pPr>
            <a:lvl4pPr>
              <a:defRPr sz="2025" b="1">
                <a:solidFill>
                  <a:srgbClr val="F3F1E7"/>
                </a:solidFill>
                <a:latin typeface="Helvetica Neue"/>
                <a:ea typeface="Helvetica Neue"/>
                <a:cs typeface="Helvetica Neue"/>
              </a:defRPr>
            </a:lvl4pPr>
            <a:lvl5pPr>
              <a:defRPr sz="2025" b="1">
                <a:solidFill>
                  <a:srgbClr val="F3F1E7"/>
                </a:solidFill>
                <a:latin typeface="Helvetica Neue"/>
                <a:ea typeface="Helvetica Neue"/>
                <a:cs typeface="Helvetica Neue"/>
              </a:defRPr>
            </a:lvl5pPr>
            <a:lvl6pPr>
              <a:defRPr sz="2025" b="1">
                <a:solidFill>
                  <a:srgbClr val="F3F1E7"/>
                </a:solidFill>
                <a:latin typeface="Helvetica Neue"/>
                <a:ea typeface="Helvetica Neue"/>
                <a:cs typeface="Helvetica Neue"/>
              </a:defRPr>
            </a:lvl6pPr>
            <a:lvl7pPr>
              <a:defRPr sz="2025" b="1">
                <a:solidFill>
                  <a:srgbClr val="F3F1E7"/>
                </a:solidFill>
                <a:latin typeface="Helvetica Neue"/>
                <a:ea typeface="Helvetica Neue"/>
                <a:cs typeface="Helvetica Neue"/>
              </a:defRPr>
            </a:lvl7pPr>
            <a:lvl8pPr>
              <a:defRPr sz="2025" b="1">
                <a:solidFill>
                  <a:srgbClr val="F3F1E7"/>
                </a:solidFill>
                <a:latin typeface="Helvetica Neue"/>
                <a:ea typeface="Helvetica Neue"/>
                <a:cs typeface="Helvetica Neue"/>
              </a:defRPr>
            </a:lvl8pPr>
            <a:lvl9pPr>
              <a:defRPr sz="2025" b="1">
                <a:solidFill>
                  <a:srgbClr val="F3F1E7"/>
                </a:solidFill>
                <a:latin typeface="Helvetica Neue"/>
                <a:ea typeface="Helvetica Neue"/>
                <a:cs typeface="Helvetica Neue"/>
              </a:defRPr>
            </a:lvl9pPr>
          </a:lstStyle>
          <a:p xmlns:a="http://schemas.openxmlformats.org/drawingml/2006/main">
            <a:pPr>
              <a:defRPr sz="2025" b="1">
                <a:solidFill>
                  <a:srgbClr val="F3F1E7"/>
                </a:solidFill>
                <a:latin typeface="Helvetica Neue"/>
                <a:ea typeface="Helvetica Neue"/>
                <a:cs typeface="Helvetica Neue"/>
              </a:defRPr>
            </a:pPr>
            <a:r>
              <a:rPr sz="2025" b="1">
                <a:solidFill>
                  <a:srgbClr val="F3F1E7"/>
                </a:solidFill>
                <a:latin typeface="Helvetica Neue"/>
                <a:ea typeface="Helvetica Neue"/>
                <a:cs typeface="Helvetica Neue"/>
              </a:rPr>
              <a:t>NEW</a:t>
            </a:r>
          </a:p>
          <a:p xmlns:a="http://schemas.openxmlformats.org/drawingml/2006/main">
            <a:pPr>
              <a:defRPr sz="2025" b="1">
                <a:solidFill>
                  <a:srgbClr val="F3F1E7"/>
                </a:solidFill>
                <a:latin typeface="Helvetica Neue"/>
                <a:ea typeface="Helvetica Neue"/>
                <a:cs typeface="Helvetica Neue"/>
              </a:defRPr>
            </a:pPr>
            <a:r>
              <a:rPr sz="2025" b="1">
                <a:solidFill>
                  <a:srgbClr val="F3F1E7"/>
                </a:solidFill>
                <a:latin typeface="Helvetica Neue"/>
                <a:ea typeface="Helvetica Neue"/>
                <a:cs typeface="Helvetica Neue"/>
              </a:rPr>
              <a:t>MOMENT</a:t>
            </a:r>
          </a:p>
        </p:txBody>
      </p:sp>
    </p:spTree>
    <p:extLst>
      <p:ext uri="{BB962C8B-B14F-4D97-AF65-F5344CB8AC3E}">
        <p14:creationId xmlns:p14="http://schemas.microsoft.com/office/powerpoint/2010/main" val="1726172678"/>
      </p:ext>
    </p:extLst>
  </p:cSld>
</p:sld>
</file>

<file path=ppt/slides/slide2.xml><?xml version="1.0" encoding="utf-8"?>
<p:sld xmlns:p="http://schemas.openxmlformats.org/presentationml/2006/main">
  <p:cSld>
    <p:bg>
      <p:bgPr>
        <a:solidFill xmlns:a="http://schemas.openxmlformats.org/drawingml/2006/main">
          <a:srgbClr val="F3F1E7"/>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050BF1EA-51E2-4F0A-9A23-BC77E2B59546}"/>
              </a:ext>
            </a:extLst>
          </p:cNvPr>
          <p:cNvSpPr>
            <a:spLocks xmlns:a="http://schemas.openxmlformats.org/drawingml/2006/main" noGrp="1"/>
          </p:cNvSpPr>
          <p:nvPr/>
        </p:nvSpPr>
        <p:spPr>
          <a:xfrm xmlns:a="http://schemas.openxmlformats.org/drawingml/2006/main">
            <a:off x="609600" y="476250"/>
            <a:ext cx="109537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362D"/>
                </a:solidFill>
                <a:latin typeface="Helvetica Neue"/>
                <a:ea typeface="Helvetica Neue"/>
                <a:cs typeface="Helvetica Neue"/>
              </a:defRPr>
            </a:defPPr>
            <a:lvl1pPr>
              <a:defRPr sz="3150" b="1">
                <a:solidFill>
                  <a:srgbClr val="14362D"/>
                </a:solidFill>
                <a:latin typeface="Helvetica Neue"/>
                <a:ea typeface="Helvetica Neue"/>
                <a:cs typeface="Helvetica Neue"/>
              </a:defRPr>
            </a:lvl1pPr>
            <a:lvl2pPr>
              <a:defRPr sz="3150" b="1">
                <a:solidFill>
                  <a:srgbClr val="14362D"/>
                </a:solidFill>
                <a:latin typeface="Helvetica Neue"/>
                <a:ea typeface="Helvetica Neue"/>
                <a:cs typeface="Helvetica Neue"/>
              </a:defRPr>
            </a:lvl2pPr>
            <a:lvl3pPr>
              <a:defRPr sz="3150" b="1">
                <a:solidFill>
                  <a:srgbClr val="14362D"/>
                </a:solidFill>
                <a:latin typeface="Helvetica Neue"/>
                <a:ea typeface="Helvetica Neue"/>
                <a:cs typeface="Helvetica Neue"/>
              </a:defRPr>
            </a:lvl3pPr>
            <a:lvl4pPr>
              <a:defRPr sz="3150" b="1">
                <a:solidFill>
                  <a:srgbClr val="14362D"/>
                </a:solidFill>
                <a:latin typeface="Helvetica Neue"/>
                <a:ea typeface="Helvetica Neue"/>
                <a:cs typeface="Helvetica Neue"/>
              </a:defRPr>
            </a:lvl4pPr>
            <a:lvl5pPr>
              <a:defRPr sz="3150" b="1">
                <a:solidFill>
                  <a:srgbClr val="14362D"/>
                </a:solidFill>
                <a:latin typeface="Helvetica Neue"/>
                <a:ea typeface="Helvetica Neue"/>
                <a:cs typeface="Helvetica Neue"/>
              </a:defRPr>
            </a:lvl5pPr>
            <a:lvl6pPr>
              <a:defRPr sz="3150" b="1">
                <a:solidFill>
                  <a:srgbClr val="14362D"/>
                </a:solidFill>
                <a:latin typeface="Helvetica Neue"/>
                <a:ea typeface="Helvetica Neue"/>
                <a:cs typeface="Helvetica Neue"/>
              </a:defRPr>
            </a:lvl6pPr>
            <a:lvl7pPr>
              <a:defRPr sz="3150" b="1">
                <a:solidFill>
                  <a:srgbClr val="14362D"/>
                </a:solidFill>
                <a:latin typeface="Helvetica Neue"/>
                <a:ea typeface="Helvetica Neue"/>
                <a:cs typeface="Helvetica Neue"/>
              </a:defRPr>
            </a:lvl7pPr>
            <a:lvl8pPr>
              <a:defRPr sz="3150" b="1">
                <a:solidFill>
                  <a:srgbClr val="14362D"/>
                </a:solidFill>
                <a:latin typeface="Helvetica Neue"/>
                <a:ea typeface="Helvetica Neue"/>
                <a:cs typeface="Helvetica Neue"/>
              </a:defRPr>
            </a:lvl8pPr>
            <a:lvl9pPr>
              <a:defRPr sz="3150" b="1">
                <a:solidFill>
                  <a:srgbClr val="14362D"/>
                </a:solidFill>
                <a:latin typeface="Helvetica Neue"/>
                <a:ea typeface="Helvetica Neue"/>
                <a:cs typeface="Helvetica Neue"/>
              </a:defRPr>
            </a:lvl9pPr>
          </a:lstStyle>
          <a:p xmlns:a="http://schemas.openxmlformats.org/drawingml/2006/main">
            <a:pPr>
              <a:defRPr sz="3150" b="1">
                <a:solidFill>
                  <a:srgbClr val="14362D"/>
                </a:solidFill>
                <a:latin typeface="Helvetica Neue"/>
                <a:ea typeface="Helvetica Neue"/>
                <a:cs typeface="Helvetica Neue"/>
              </a:defRPr>
            </a:pPr>
            <a:r>
              <a:rPr sz="3150" b="1">
                <a:solidFill>
                  <a:srgbClr val="14362D"/>
                </a:solidFill>
                <a:latin typeface="Helvetica Neue"/>
                <a:ea typeface="Helvetica Neue"/>
                <a:cs typeface="Helvetica Neue"/>
              </a:rPr>
              <a:t>Repeat visits need fresh moments</a:t>
            </a:r>
          </a:p>
        </p:txBody>
      </p:sp>
      <p:sp>
        <p:nvSpPr>
          <p:cNvPr id="2" name="">
            <a:extLst xmlns:a="http://schemas.openxmlformats.org/drawingml/2006/main">
              <a:ext uri="{FF2B5EF4-FFF2-40B4-BE49-F238E27FC236}">
                <a16:creationId xmlns:a16="http://schemas.microsoft.com/office/drawing/2014/main" id="{5ED93C9F-4F0B-4046-BA64-C8B400E22EEC}"/>
              </a:ext>
            </a:extLst>
          </p:cNvPr>
          <p:cNvSpPr>
            <a:spLocks xmlns:a="http://schemas.openxmlformats.org/drawingml/2006/main" noGrp="1"/>
          </p:cNvSpPr>
          <p:nvPr/>
        </p:nvSpPr>
        <p:spPr>
          <a:xfrm xmlns:a="http://schemas.openxmlformats.org/drawingml/2006/main">
            <a:off x="609600" y="1533525"/>
            <a:ext cx="10972800" cy="19050"/>
          </a:xfrm>
          <a:prstGeom xmlns:a="http://schemas.openxmlformats.org/drawingml/2006/main" prst="rect">
            <a:avLst/>
          </a:prstGeom>
          <a:solidFill xmlns:a="http://schemas.openxmlformats.org/drawingml/2006/main">
            <a:srgbClr val="C5CCC1"/>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A6DD5217-33B1-4686-A036-6842C19868E3}"/>
              </a:ext>
            </a:extLst>
          </p:cNvPr>
          <p:cNvSpPr>
            <a:spLocks xmlns:a="http://schemas.openxmlformats.org/drawingml/2006/main" noGrp="1"/>
          </p:cNvSpPr>
          <p:nvPr/>
        </p:nvSpPr>
        <p:spPr>
          <a:xfrm xmlns:a="http://schemas.openxmlformats.org/drawingml/2006/main">
            <a:off x="609600" y="6419850"/>
            <a:ext cx="9525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50665B"/>
                </a:solidFill>
                <a:latin typeface="Helvetica Neue"/>
                <a:ea typeface="Helvetica Neue"/>
                <a:cs typeface="Helvetica Neue"/>
              </a:defRPr>
            </a:defPPr>
            <a:lvl1pPr>
              <a:defRPr sz="1050" b="0">
                <a:solidFill>
                  <a:srgbClr val="50665B"/>
                </a:solidFill>
                <a:latin typeface="Helvetica Neue"/>
                <a:ea typeface="Helvetica Neue"/>
                <a:cs typeface="Helvetica Neue"/>
              </a:defRPr>
            </a:lvl1pPr>
            <a:lvl2pPr>
              <a:defRPr sz="1050" b="0">
                <a:solidFill>
                  <a:srgbClr val="50665B"/>
                </a:solidFill>
                <a:latin typeface="Helvetica Neue"/>
                <a:ea typeface="Helvetica Neue"/>
                <a:cs typeface="Helvetica Neue"/>
              </a:defRPr>
            </a:lvl2pPr>
            <a:lvl3pPr>
              <a:defRPr sz="1050" b="0">
                <a:solidFill>
                  <a:srgbClr val="50665B"/>
                </a:solidFill>
                <a:latin typeface="Helvetica Neue"/>
                <a:ea typeface="Helvetica Neue"/>
                <a:cs typeface="Helvetica Neue"/>
              </a:defRPr>
            </a:lvl3pPr>
            <a:lvl4pPr>
              <a:defRPr sz="1050" b="0">
                <a:solidFill>
                  <a:srgbClr val="50665B"/>
                </a:solidFill>
                <a:latin typeface="Helvetica Neue"/>
                <a:ea typeface="Helvetica Neue"/>
                <a:cs typeface="Helvetica Neue"/>
              </a:defRPr>
            </a:lvl4pPr>
            <a:lvl5pPr>
              <a:defRPr sz="1050" b="0">
                <a:solidFill>
                  <a:srgbClr val="50665B"/>
                </a:solidFill>
                <a:latin typeface="Helvetica Neue"/>
                <a:ea typeface="Helvetica Neue"/>
                <a:cs typeface="Helvetica Neue"/>
              </a:defRPr>
            </a:lvl5pPr>
            <a:lvl6pPr>
              <a:defRPr sz="1050" b="0">
                <a:solidFill>
                  <a:srgbClr val="50665B"/>
                </a:solidFill>
                <a:latin typeface="Helvetica Neue"/>
                <a:ea typeface="Helvetica Neue"/>
                <a:cs typeface="Helvetica Neue"/>
              </a:defRPr>
            </a:lvl6pPr>
            <a:lvl7pPr>
              <a:defRPr sz="1050" b="0">
                <a:solidFill>
                  <a:srgbClr val="50665B"/>
                </a:solidFill>
                <a:latin typeface="Helvetica Neue"/>
                <a:ea typeface="Helvetica Neue"/>
                <a:cs typeface="Helvetica Neue"/>
              </a:defRPr>
            </a:lvl7pPr>
            <a:lvl8pPr>
              <a:defRPr sz="1050" b="0">
                <a:solidFill>
                  <a:srgbClr val="50665B"/>
                </a:solidFill>
                <a:latin typeface="Helvetica Neue"/>
                <a:ea typeface="Helvetica Neue"/>
                <a:cs typeface="Helvetica Neue"/>
              </a:defRPr>
            </a:lvl8pPr>
            <a:lvl9pPr>
              <a:defRPr sz="1050" b="0">
                <a:solidFill>
                  <a:srgbClr val="50665B"/>
                </a:solidFill>
                <a:latin typeface="Helvetica Neue"/>
                <a:ea typeface="Helvetica Neue"/>
                <a:cs typeface="Helvetica Neue"/>
              </a:defRPr>
            </a:lvl9pPr>
          </a:lstStyle>
          <a:p xmlns:a="http://schemas.openxmlformats.org/drawingml/2006/main">
            <a:pPr>
              <a:defRPr sz="1050" b="0">
                <a:solidFill>
                  <a:srgbClr val="50665B"/>
                </a:solidFill>
                <a:latin typeface="Helvetica Neue"/>
                <a:ea typeface="Helvetica Neue"/>
                <a:cs typeface="Helvetica Neue"/>
              </a:defRPr>
            </a:pPr>
            <a:r>
              <a:rPr sz="1050" b="0">
                <a:solidFill>
                  <a:srgbClr val="50665B"/>
                </a:solidFill>
                <a:latin typeface="Helvetica Neue"/>
                <a:ea typeface="Helvetica Neue"/>
                <a:cs typeface="Helvetica Neue"/>
              </a:rPr>
              <a:t>STAGE I / PROJECT PLAN</a:t>
            </a:r>
          </a:p>
        </p:txBody>
      </p:sp>
      <p:sp>
        <p:nvSpPr>
          <p:cNvPr id="4" name="">
            <a:extLst xmlns:a="http://schemas.openxmlformats.org/drawingml/2006/main">
              <a:ext uri="{FF2B5EF4-FFF2-40B4-BE49-F238E27FC236}">
                <a16:creationId xmlns:a16="http://schemas.microsoft.com/office/drawing/2014/main" id="{A35EAAE2-EFB1-4ACC-A62E-31D7450009A3}"/>
              </a:ext>
            </a:extLst>
          </p:cNvPr>
          <p:cNvSpPr>
            <a:spLocks xmlns:a="http://schemas.openxmlformats.org/drawingml/2006/main" noGrp="1"/>
          </p:cNvSpPr>
          <p:nvPr/>
        </p:nvSpPr>
        <p:spPr>
          <a:xfrm xmlns:a="http://schemas.openxmlformats.org/drawingml/2006/main">
            <a:off x="11106150" y="6419850"/>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50665B"/>
                </a:solidFill>
                <a:latin typeface="Helvetica Neue"/>
                <a:ea typeface="Helvetica Neue"/>
                <a:cs typeface="Helvetica Neue"/>
              </a:defRPr>
            </a:defPPr>
            <a:lvl1pPr>
              <a:defRPr sz="1050" b="0">
                <a:solidFill>
                  <a:srgbClr val="50665B"/>
                </a:solidFill>
                <a:latin typeface="Helvetica Neue"/>
                <a:ea typeface="Helvetica Neue"/>
                <a:cs typeface="Helvetica Neue"/>
              </a:defRPr>
            </a:lvl1pPr>
            <a:lvl2pPr>
              <a:defRPr sz="1050" b="0">
                <a:solidFill>
                  <a:srgbClr val="50665B"/>
                </a:solidFill>
                <a:latin typeface="Helvetica Neue"/>
                <a:ea typeface="Helvetica Neue"/>
                <a:cs typeface="Helvetica Neue"/>
              </a:defRPr>
            </a:lvl2pPr>
            <a:lvl3pPr>
              <a:defRPr sz="1050" b="0">
                <a:solidFill>
                  <a:srgbClr val="50665B"/>
                </a:solidFill>
                <a:latin typeface="Helvetica Neue"/>
                <a:ea typeface="Helvetica Neue"/>
                <a:cs typeface="Helvetica Neue"/>
              </a:defRPr>
            </a:lvl3pPr>
            <a:lvl4pPr>
              <a:defRPr sz="1050" b="0">
                <a:solidFill>
                  <a:srgbClr val="50665B"/>
                </a:solidFill>
                <a:latin typeface="Helvetica Neue"/>
                <a:ea typeface="Helvetica Neue"/>
                <a:cs typeface="Helvetica Neue"/>
              </a:defRPr>
            </a:lvl4pPr>
            <a:lvl5pPr>
              <a:defRPr sz="1050" b="0">
                <a:solidFill>
                  <a:srgbClr val="50665B"/>
                </a:solidFill>
                <a:latin typeface="Helvetica Neue"/>
                <a:ea typeface="Helvetica Neue"/>
                <a:cs typeface="Helvetica Neue"/>
              </a:defRPr>
            </a:lvl5pPr>
            <a:lvl6pPr>
              <a:defRPr sz="1050" b="0">
                <a:solidFill>
                  <a:srgbClr val="50665B"/>
                </a:solidFill>
                <a:latin typeface="Helvetica Neue"/>
                <a:ea typeface="Helvetica Neue"/>
                <a:cs typeface="Helvetica Neue"/>
              </a:defRPr>
            </a:lvl6pPr>
            <a:lvl7pPr>
              <a:defRPr sz="1050" b="0">
                <a:solidFill>
                  <a:srgbClr val="50665B"/>
                </a:solidFill>
                <a:latin typeface="Helvetica Neue"/>
                <a:ea typeface="Helvetica Neue"/>
                <a:cs typeface="Helvetica Neue"/>
              </a:defRPr>
            </a:lvl7pPr>
            <a:lvl8pPr>
              <a:defRPr sz="1050" b="0">
                <a:solidFill>
                  <a:srgbClr val="50665B"/>
                </a:solidFill>
                <a:latin typeface="Helvetica Neue"/>
                <a:ea typeface="Helvetica Neue"/>
                <a:cs typeface="Helvetica Neue"/>
              </a:defRPr>
            </a:lvl8pPr>
            <a:lvl9pPr>
              <a:defRPr sz="1050" b="0">
                <a:solidFill>
                  <a:srgbClr val="50665B"/>
                </a:solidFill>
                <a:latin typeface="Helvetica Neue"/>
                <a:ea typeface="Helvetica Neue"/>
                <a:cs typeface="Helvetica Neue"/>
              </a:defRPr>
            </a:lvl9pPr>
          </a:lstStyle>
          <a:p xmlns:a="http://schemas.openxmlformats.org/drawingml/2006/main">
            <a:pPr>
              <a:defRPr sz="1050" b="0">
                <a:solidFill>
                  <a:srgbClr val="50665B"/>
                </a:solidFill>
                <a:latin typeface="Helvetica Neue"/>
                <a:ea typeface="Helvetica Neue"/>
                <a:cs typeface="Helvetica Neue"/>
              </a:defRPr>
            </a:pPr>
            <a:r>
              <a:rPr sz="1050" b="0">
                <a:solidFill>
                  <a:srgbClr val="50665B"/>
                </a:solidFill>
                <a:latin typeface="Helvetica Neue"/>
                <a:ea typeface="Helvetica Neue"/>
                <a:cs typeface="Helvetica Neue"/>
              </a:rPr>
              <a:t>02</a:t>
            </a:r>
          </a:p>
        </p:txBody>
      </p:sp>
      <p:sp>
        <p:nvSpPr>
          <p:cNvPr id="5" name="">
            <a:extLst xmlns:a="http://schemas.openxmlformats.org/drawingml/2006/main">
              <a:ext uri="{FF2B5EF4-FFF2-40B4-BE49-F238E27FC236}">
                <a16:creationId xmlns:a16="http://schemas.microsoft.com/office/drawing/2014/main" id="{9442254A-99E8-4630-9DA4-E3AC59062DD9}"/>
              </a:ext>
            </a:extLst>
          </p:cNvPr>
          <p:cNvSpPr>
            <a:spLocks xmlns:a="http://schemas.openxmlformats.org/drawingml/2006/main" noGrp="1"/>
          </p:cNvSpPr>
          <p:nvPr/>
        </p:nvSpPr>
        <p:spPr>
          <a:xfrm xmlns:a="http://schemas.openxmlformats.org/drawingml/2006/main">
            <a:off x="609600" y="2095500"/>
            <a:ext cx="3238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250" b="1">
                <a:solidFill>
                  <a:srgbClr val="2F7760"/>
                </a:solidFill>
                <a:latin typeface="Helvetica Neue"/>
                <a:ea typeface="Helvetica Neue"/>
                <a:cs typeface="Helvetica Neue"/>
              </a:defRPr>
            </a:defPPr>
            <a:lvl1pPr>
              <a:defRPr sz="2250" b="1">
                <a:solidFill>
                  <a:srgbClr val="2F7760"/>
                </a:solidFill>
                <a:latin typeface="Helvetica Neue"/>
                <a:ea typeface="Helvetica Neue"/>
                <a:cs typeface="Helvetica Neue"/>
              </a:defRPr>
            </a:lvl1pPr>
            <a:lvl2pPr>
              <a:defRPr sz="2250" b="1">
                <a:solidFill>
                  <a:srgbClr val="2F7760"/>
                </a:solidFill>
                <a:latin typeface="Helvetica Neue"/>
                <a:ea typeface="Helvetica Neue"/>
                <a:cs typeface="Helvetica Neue"/>
              </a:defRPr>
            </a:lvl2pPr>
            <a:lvl3pPr>
              <a:defRPr sz="2250" b="1">
                <a:solidFill>
                  <a:srgbClr val="2F7760"/>
                </a:solidFill>
                <a:latin typeface="Helvetica Neue"/>
                <a:ea typeface="Helvetica Neue"/>
                <a:cs typeface="Helvetica Neue"/>
              </a:defRPr>
            </a:lvl3pPr>
            <a:lvl4pPr>
              <a:defRPr sz="2250" b="1">
                <a:solidFill>
                  <a:srgbClr val="2F7760"/>
                </a:solidFill>
                <a:latin typeface="Helvetica Neue"/>
                <a:ea typeface="Helvetica Neue"/>
                <a:cs typeface="Helvetica Neue"/>
              </a:defRPr>
            </a:lvl4pPr>
            <a:lvl5pPr>
              <a:defRPr sz="2250" b="1">
                <a:solidFill>
                  <a:srgbClr val="2F7760"/>
                </a:solidFill>
                <a:latin typeface="Helvetica Neue"/>
                <a:ea typeface="Helvetica Neue"/>
                <a:cs typeface="Helvetica Neue"/>
              </a:defRPr>
            </a:lvl5pPr>
            <a:lvl6pPr>
              <a:defRPr sz="2250" b="1">
                <a:solidFill>
                  <a:srgbClr val="2F7760"/>
                </a:solidFill>
                <a:latin typeface="Helvetica Neue"/>
                <a:ea typeface="Helvetica Neue"/>
                <a:cs typeface="Helvetica Neue"/>
              </a:defRPr>
            </a:lvl6pPr>
            <a:lvl7pPr>
              <a:defRPr sz="2250" b="1">
                <a:solidFill>
                  <a:srgbClr val="2F7760"/>
                </a:solidFill>
                <a:latin typeface="Helvetica Neue"/>
                <a:ea typeface="Helvetica Neue"/>
                <a:cs typeface="Helvetica Neue"/>
              </a:defRPr>
            </a:lvl7pPr>
            <a:lvl8pPr>
              <a:defRPr sz="2250" b="1">
                <a:solidFill>
                  <a:srgbClr val="2F7760"/>
                </a:solidFill>
                <a:latin typeface="Helvetica Neue"/>
                <a:ea typeface="Helvetica Neue"/>
                <a:cs typeface="Helvetica Neue"/>
              </a:defRPr>
            </a:lvl8pPr>
            <a:lvl9pPr>
              <a:defRPr sz="2250" b="1">
                <a:solidFill>
                  <a:srgbClr val="2F7760"/>
                </a:solidFill>
                <a:latin typeface="Helvetica Neue"/>
                <a:ea typeface="Helvetica Neue"/>
                <a:cs typeface="Helvetica Neue"/>
              </a:defRPr>
            </a:lvl9pPr>
          </a:lstStyle>
          <a:p xmlns:a="http://schemas.openxmlformats.org/drawingml/2006/main">
            <a:pPr>
              <a:defRPr sz="2250" b="1">
                <a:solidFill>
                  <a:srgbClr val="2F7760"/>
                </a:solidFill>
                <a:latin typeface="Helvetica Neue"/>
                <a:ea typeface="Helvetica Neue"/>
                <a:cs typeface="Helvetica Neue"/>
              </a:defRPr>
            </a:pPr>
            <a:r>
              <a:rPr sz="2250" b="1">
                <a:solidFill>
                  <a:srgbClr val="2F7760"/>
                </a:solidFill>
                <a:latin typeface="Helvetica Neue"/>
                <a:ea typeface="Helvetica Neue"/>
                <a:cs typeface="Helvetica Neue"/>
              </a:rPr>
              <a:t>Creator</a:t>
            </a:r>
          </a:p>
        </p:txBody>
      </p:sp>
      <p:sp>
        <p:nvSpPr>
          <p:cNvPr id="6" name="">
            <a:extLst xmlns:a="http://schemas.openxmlformats.org/drawingml/2006/main">
              <a:ext uri="{FF2B5EF4-FFF2-40B4-BE49-F238E27FC236}">
                <a16:creationId xmlns:a16="http://schemas.microsoft.com/office/drawing/2014/main" id="{5F726137-2BE3-46D6-A9CC-9F3E79799911}"/>
              </a:ext>
            </a:extLst>
          </p:cNvPr>
          <p:cNvSpPr>
            <a:spLocks xmlns:a="http://schemas.openxmlformats.org/drawingml/2006/main" noGrp="1"/>
          </p:cNvSpPr>
          <p:nvPr/>
        </p:nvSpPr>
        <p:spPr>
          <a:xfrm xmlns:a="http://schemas.openxmlformats.org/drawingml/2006/main">
            <a:off x="609600" y="2762250"/>
            <a:ext cx="323850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875" b="0">
                <a:solidFill>
                  <a:srgbClr val="14362D"/>
                </a:solidFill>
                <a:latin typeface="Helvetica Neue"/>
                <a:ea typeface="Helvetica Neue"/>
                <a:cs typeface="Helvetica Neue"/>
              </a:defRPr>
            </a:defPPr>
            <a:lvl1pPr>
              <a:defRPr sz="1875" b="0">
                <a:solidFill>
                  <a:srgbClr val="14362D"/>
                </a:solidFill>
                <a:latin typeface="Helvetica Neue"/>
                <a:ea typeface="Helvetica Neue"/>
                <a:cs typeface="Helvetica Neue"/>
              </a:defRPr>
            </a:lvl1pPr>
            <a:lvl2pPr>
              <a:defRPr sz="1875" b="0">
                <a:solidFill>
                  <a:srgbClr val="14362D"/>
                </a:solidFill>
                <a:latin typeface="Helvetica Neue"/>
                <a:ea typeface="Helvetica Neue"/>
                <a:cs typeface="Helvetica Neue"/>
              </a:defRPr>
            </a:lvl2pPr>
            <a:lvl3pPr>
              <a:defRPr sz="1875" b="0">
                <a:solidFill>
                  <a:srgbClr val="14362D"/>
                </a:solidFill>
                <a:latin typeface="Helvetica Neue"/>
                <a:ea typeface="Helvetica Neue"/>
                <a:cs typeface="Helvetica Neue"/>
              </a:defRPr>
            </a:lvl3pPr>
            <a:lvl4pPr>
              <a:defRPr sz="1875" b="0">
                <a:solidFill>
                  <a:srgbClr val="14362D"/>
                </a:solidFill>
                <a:latin typeface="Helvetica Neue"/>
                <a:ea typeface="Helvetica Neue"/>
                <a:cs typeface="Helvetica Neue"/>
              </a:defRPr>
            </a:lvl4pPr>
            <a:lvl5pPr>
              <a:defRPr sz="1875" b="0">
                <a:solidFill>
                  <a:srgbClr val="14362D"/>
                </a:solidFill>
                <a:latin typeface="Helvetica Neue"/>
                <a:ea typeface="Helvetica Neue"/>
                <a:cs typeface="Helvetica Neue"/>
              </a:defRPr>
            </a:lvl5pPr>
            <a:lvl6pPr>
              <a:defRPr sz="1875" b="0">
                <a:solidFill>
                  <a:srgbClr val="14362D"/>
                </a:solidFill>
                <a:latin typeface="Helvetica Neue"/>
                <a:ea typeface="Helvetica Neue"/>
                <a:cs typeface="Helvetica Neue"/>
              </a:defRPr>
            </a:lvl6pPr>
            <a:lvl7pPr>
              <a:defRPr sz="1875" b="0">
                <a:solidFill>
                  <a:srgbClr val="14362D"/>
                </a:solidFill>
                <a:latin typeface="Helvetica Neue"/>
                <a:ea typeface="Helvetica Neue"/>
                <a:cs typeface="Helvetica Neue"/>
              </a:defRPr>
            </a:lvl7pPr>
            <a:lvl8pPr>
              <a:defRPr sz="1875" b="0">
                <a:solidFill>
                  <a:srgbClr val="14362D"/>
                </a:solidFill>
                <a:latin typeface="Helvetica Neue"/>
                <a:ea typeface="Helvetica Neue"/>
                <a:cs typeface="Helvetica Neue"/>
              </a:defRPr>
            </a:lvl8pPr>
            <a:lvl9pPr>
              <a:defRPr sz="1875" b="0">
                <a:solidFill>
                  <a:srgbClr val="14362D"/>
                </a:solidFill>
                <a:latin typeface="Helvetica Neue"/>
                <a:ea typeface="Helvetica Neue"/>
                <a:cs typeface="Helvetica Neue"/>
              </a:defRPr>
            </a:lvl9pPr>
          </a:lstStyle>
          <a:p xmlns:a="http://schemas.openxmlformats.org/drawingml/2006/main">
            <a:pPr>
              <a:defRPr sz="1875" b="0">
                <a:solidFill>
                  <a:srgbClr val="14362D"/>
                </a:solidFill>
                <a:latin typeface="Helvetica Neue"/>
                <a:ea typeface="Helvetica Neue"/>
                <a:cs typeface="Helvetica Neue"/>
              </a:defRPr>
            </a:pPr>
            <a:r>
              <a:rPr sz="1875" b="0">
                <a:solidFill>
                  <a:srgbClr val="14362D"/>
                </a:solidFill>
                <a:latin typeface="Helvetica Neue"/>
                <a:ea typeface="Helvetica Neue"/>
                <a:cs typeface="Helvetica Neue"/>
              </a:rPr>
              <a:t>A rich world setting and reference art already exist. Manually writing every new scene takes effort.</a:t>
            </a:r>
          </a:p>
        </p:txBody>
      </p:sp>
      <p:sp>
        <p:nvSpPr>
          <p:cNvPr id="7" name="">
            <a:extLst xmlns:a="http://schemas.openxmlformats.org/drawingml/2006/main">
              <a:ext uri="{FF2B5EF4-FFF2-40B4-BE49-F238E27FC236}">
                <a16:creationId xmlns:a16="http://schemas.microsoft.com/office/drawing/2014/main" id="{25351927-7B11-4F95-BD1A-24648C976125}"/>
              </a:ext>
            </a:extLst>
          </p:cNvPr>
          <p:cNvSpPr>
            <a:spLocks xmlns:a="http://schemas.openxmlformats.org/drawingml/2006/main" noGrp="1"/>
          </p:cNvSpPr>
          <p:nvPr/>
        </p:nvSpPr>
        <p:spPr>
          <a:xfrm xmlns:a="http://schemas.openxmlformats.org/drawingml/2006/main">
            <a:off x="4476750" y="2095500"/>
            <a:ext cx="3238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250" b="1">
                <a:solidFill>
                  <a:srgbClr val="2F7760"/>
                </a:solidFill>
                <a:latin typeface="Helvetica Neue"/>
                <a:ea typeface="Helvetica Neue"/>
                <a:cs typeface="Helvetica Neue"/>
              </a:defRPr>
            </a:defPPr>
            <a:lvl1pPr>
              <a:defRPr sz="2250" b="1">
                <a:solidFill>
                  <a:srgbClr val="2F7760"/>
                </a:solidFill>
                <a:latin typeface="Helvetica Neue"/>
                <a:ea typeface="Helvetica Neue"/>
                <a:cs typeface="Helvetica Neue"/>
              </a:defRPr>
            </a:lvl1pPr>
            <a:lvl2pPr>
              <a:defRPr sz="2250" b="1">
                <a:solidFill>
                  <a:srgbClr val="2F7760"/>
                </a:solidFill>
                <a:latin typeface="Helvetica Neue"/>
                <a:ea typeface="Helvetica Neue"/>
                <a:cs typeface="Helvetica Neue"/>
              </a:defRPr>
            </a:lvl2pPr>
            <a:lvl3pPr>
              <a:defRPr sz="2250" b="1">
                <a:solidFill>
                  <a:srgbClr val="2F7760"/>
                </a:solidFill>
                <a:latin typeface="Helvetica Neue"/>
                <a:ea typeface="Helvetica Neue"/>
                <a:cs typeface="Helvetica Neue"/>
              </a:defRPr>
            </a:lvl3pPr>
            <a:lvl4pPr>
              <a:defRPr sz="2250" b="1">
                <a:solidFill>
                  <a:srgbClr val="2F7760"/>
                </a:solidFill>
                <a:latin typeface="Helvetica Neue"/>
                <a:ea typeface="Helvetica Neue"/>
                <a:cs typeface="Helvetica Neue"/>
              </a:defRPr>
            </a:lvl4pPr>
            <a:lvl5pPr>
              <a:defRPr sz="2250" b="1">
                <a:solidFill>
                  <a:srgbClr val="2F7760"/>
                </a:solidFill>
                <a:latin typeface="Helvetica Neue"/>
                <a:ea typeface="Helvetica Neue"/>
                <a:cs typeface="Helvetica Neue"/>
              </a:defRPr>
            </a:lvl5pPr>
            <a:lvl6pPr>
              <a:defRPr sz="2250" b="1">
                <a:solidFill>
                  <a:srgbClr val="2F7760"/>
                </a:solidFill>
                <a:latin typeface="Helvetica Neue"/>
                <a:ea typeface="Helvetica Neue"/>
                <a:cs typeface="Helvetica Neue"/>
              </a:defRPr>
            </a:lvl6pPr>
            <a:lvl7pPr>
              <a:defRPr sz="2250" b="1">
                <a:solidFill>
                  <a:srgbClr val="2F7760"/>
                </a:solidFill>
                <a:latin typeface="Helvetica Neue"/>
                <a:ea typeface="Helvetica Neue"/>
                <a:cs typeface="Helvetica Neue"/>
              </a:defRPr>
            </a:lvl7pPr>
            <a:lvl8pPr>
              <a:defRPr sz="2250" b="1">
                <a:solidFill>
                  <a:srgbClr val="2F7760"/>
                </a:solidFill>
                <a:latin typeface="Helvetica Neue"/>
                <a:ea typeface="Helvetica Neue"/>
                <a:cs typeface="Helvetica Neue"/>
              </a:defRPr>
            </a:lvl8pPr>
            <a:lvl9pPr>
              <a:defRPr sz="2250" b="1">
                <a:solidFill>
                  <a:srgbClr val="2F7760"/>
                </a:solidFill>
                <a:latin typeface="Helvetica Neue"/>
                <a:ea typeface="Helvetica Neue"/>
                <a:cs typeface="Helvetica Neue"/>
              </a:defRPr>
            </a:lvl9pPr>
          </a:lstStyle>
          <a:p xmlns:a="http://schemas.openxmlformats.org/drawingml/2006/main">
            <a:pPr>
              <a:defRPr sz="2250" b="1">
                <a:solidFill>
                  <a:srgbClr val="2F7760"/>
                </a:solidFill>
                <a:latin typeface="Helvetica Neue"/>
                <a:ea typeface="Helvetica Neue"/>
                <a:cs typeface="Helvetica Neue"/>
              </a:defRPr>
            </a:pPr>
            <a:r>
              <a:rPr sz="2250" b="1">
                <a:solidFill>
                  <a:srgbClr val="2F7760"/>
                </a:solidFill>
                <a:latin typeface="Helvetica Neue"/>
                <a:ea typeface="Helvetica Neue"/>
                <a:cs typeface="Helvetica Neue"/>
              </a:rPr>
              <a:t>Visitor</a:t>
            </a:r>
          </a:p>
        </p:txBody>
      </p:sp>
      <p:sp>
        <p:nvSpPr>
          <p:cNvPr id="8" name="">
            <a:extLst xmlns:a="http://schemas.openxmlformats.org/drawingml/2006/main">
              <a:ext uri="{FF2B5EF4-FFF2-40B4-BE49-F238E27FC236}">
                <a16:creationId xmlns:a16="http://schemas.microsoft.com/office/drawing/2014/main" id="{257C5EA5-89BF-41B1-8A1E-4BA8F333F034}"/>
              </a:ext>
            </a:extLst>
          </p:cNvPr>
          <p:cNvSpPr>
            <a:spLocks xmlns:a="http://schemas.openxmlformats.org/drawingml/2006/main" noGrp="1"/>
          </p:cNvSpPr>
          <p:nvPr/>
        </p:nvSpPr>
        <p:spPr>
          <a:xfrm xmlns:a="http://schemas.openxmlformats.org/drawingml/2006/main">
            <a:off x="4476750" y="2762250"/>
            <a:ext cx="323850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875" b="0">
                <a:solidFill>
                  <a:srgbClr val="14362D"/>
                </a:solidFill>
                <a:latin typeface="Helvetica Neue"/>
                <a:ea typeface="Helvetica Neue"/>
                <a:cs typeface="Helvetica Neue"/>
              </a:defRPr>
            </a:defPPr>
            <a:lvl1pPr>
              <a:defRPr sz="1875" b="0">
                <a:solidFill>
                  <a:srgbClr val="14362D"/>
                </a:solidFill>
                <a:latin typeface="Helvetica Neue"/>
                <a:ea typeface="Helvetica Neue"/>
                <a:cs typeface="Helvetica Neue"/>
              </a:defRPr>
            </a:lvl1pPr>
            <a:lvl2pPr>
              <a:defRPr sz="1875" b="0">
                <a:solidFill>
                  <a:srgbClr val="14362D"/>
                </a:solidFill>
                <a:latin typeface="Helvetica Neue"/>
                <a:ea typeface="Helvetica Neue"/>
                <a:cs typeface="Helvetica Neue"/>
              </a:defRPr>
            </a:lvl2pPr>
            <a:lvl3pPr>
              <a:defRPr sz="1875" b="0">
                <a:solidFill>
                  <a:srgbClr val="14362D"/>
                </a:solidFill>
                <a:latin typeface="Helvetica Neue"/>
                <a:ea typeface="Helvetica Neue"/>
                <a:cs typeface="Helvetica Neue"/>
              </a:defRPr>
            </a:lvl3pPr>
            <a:lvl4pPr>
              <a:defRPr sz="1875" b="0">
                <a:solidFill>
                  <a:srgbClr val="14362D"/>
                </a:solidFill>
                <a:latin typeface="Helvetica Neue"/>
                <a:ea typeface="Helvetica Neue"/>
                <a:cs typeface="Helvetica Neue"/>
              </a:defRPr>
            </a:lvl4pPr>
            <a:lvl5pPr>
              <a:defRPr sz="1875" b="0">
                <a:solidFill>
                  <a:srgbClr val="14362D"/>
                </a:solidFill>
                <a:latin typeface="Helvetica Neue"/>
                <a:ea typeface="Helvetica Neue"/>
                <a:cs typeface="Helvetica Neue"/>
              </a:defRPr>
            </a:lvl5pPr>
            <a:lvl6pPr>
              <a:defRPr sz="1875" b="0">
                <a:solidFill>
                  <a:srgbClr val="14362D"/>
                </a:solidFill>
                <a:latin typeface="Helvetica Neue"/>
                <a:ea typeface="Helvetica Neue"/>
                <a:cs typeface="Helvetica Neue"/>
              </a:defRPr>
            </a:lvl6pPr>
            <a:lvl7pPr>
              <a:defRPr sz="1875" b="0">
                <a:solidFill>
                  <a:srgbClr val="14362D"/>
                </a:solidFill>
                <a:latin typeface="Helvetica Neue"/>
                <a:ea typeface="Helvetica Neue"/>
                <a:cs typeface="Helvetica Neue"/>
              </a:defRPr>
            </a:lvl7pPr>
            <a:lvl8pPr>
              <a:defRPr sz="1875" b="0">
                <a:solidFill>
                  <a:srgbClr val="14362D"/>
                </a:solidFill>
                <a:latin typeface="Helvetica Neue"/>
                <a:ea typeface="Helvetica Neue"/>
                <a:cs typeface="Helvetica Neue"/>
              </a:defRPr>
            </a:lvl8pPr>
            <a:lvl9pPr>
              <a:defRPr sz="1875" b="0">
                <a:solidFill>
                  <a:srgbClr val="14362D"/>
                </a:solidFill>
                <a:latin typeface="Helvetica Neue"/>
                <a:ea typeface="Helvetica Neue"/>
                <a:cs typeface="Helvetica Neue"/>
              </a:defRPr>
            </a:lvl9pPr>
          </a:lstStyle>
          <a:p xmlns:a="http://schemas.openxmlformats.org/drawingml/2006/main">
            <a:pPr>
              <a:defRPr sz="1875" b="0">
                <a:solidFill>
                  <a:srgbClr val="14362D"/>
                </a:solidFill>
                <a:latin typeface="Helvetica Neue"/>
                <a:ea typeface="Helvetica Neue"/>
                <a:cs typeface="Helvetica Neue"/>
              </a:defRPr>
            </a:pPr>
            <a:r>
              <a:rPr sz="1875" b="0">
                <a:solidFill>
                  <a:srgbClr val="14362D"/>
                </a:solidFill>
                <a:latin typeface="Helvetica Neue"/>
                <a:ea typeface="Helvetica Neue"/>
                <a:cs typeface="Helvetica Neue"/>
              </a:rPr>
              <a:t>A fixed gallery repeats the same moments. An open-ended prompt editor asks the visitor to do the work.</a:t>
            </a:r>
          </a:p>
        </p:txBody>
      </p:sp>
      <p:sp>
        <p:nvSpPr>
          <p:cNvPr id="9" name="">
            <a:extLst xmlns:a="http://schemas.openxmlformats.org/drawingml/2006/main">
              <a:ext uri="{FF2B5EF4-FFF2-40B4-BE49-F238E27FC236}">
                <a16:creationId xmlns:a16="http://schemas.microsoft.com/office/drawing/2014/main" id="{F011B8F0-356F-40AC-952F-2468B8345AA3}"/>
              </a:ext>
            </a:extLst>
          </p:cNvPr>
          <p:cNvSpPr>
            <a:spLocks xmlns:a="http://schemas.openxmlformats.org/drawingml/2006/main" noGrp="1"/>
          </p:cNvSpPr>
          <p:nvPr/>
        </p:nvSpPr>
        <p:spPr>
          <a:xfrm xmlns:a="http://schemas.openxmlformats.org/drawingml/2006/main">
            <a:off x="8343900" y="2095500"/>
            <a:ext cx="3238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250" b="1">
                <a:solidFill>
                  <a:srgbClr val="2F7760"/>
                </a:solidFill>
                <a:latin typeface="Helvetica Neue"/>
                <a:ea typeface="Helvetica Neue"/>
                <a:cs typeface="Helvetica Neue"/>
              </a:defRPr>
            </a:defPPr>
            <a:lvl1pPr>
              <a:defRPr sz="2250" b="1">
                <a:solidFill>
                  <a:srgbClr val="2F7760"/>
                </a:solidFill>
                <a:latin typeface="Helvetica Neue"/>
                <a:ea typeface="Helvetica Neue"/>
                <a:cs typeface="Helvetica Neue"/>
              </a:defRPr>
            </a:lvl1pPr>
            <a:lvl2pPr>
              <a:defRPr sz="2250" b="1">
                <a:solidFill>
                  <a:srgbClr val="2F7760"/>
                </a:solidFill>
                <a:latin typeface="Helvetica Neue"/>
                <a:ea typeface="Helvetica Neue"/>
                <a:cs typeface="Helvetica Neue"/>
              </a:defRPr>
            </a:lvl2pPr>
            <a:lvl3pPr>
              <a:defRPr sz="2250" b="1">
                <a:solidFill>
                  <a:srgbClr val="2F7760"/>
                </a:solidFill>
                <a:latin typeface="Helvetica Neue"/>
                <a:ea typeface="Helvetica Neue"/>
                <a:cs typeface="Helvetica Neue"/>
              </a:defRPr>
            </a:lvl3pPr>
            <a:lvl4pPr>
              <a:defRPr sz="2250" b="1">
                <a:solidFill>
                  <a:srgbClr val="2F7760"/>
                </a:solidFill>
                <a:latin typeface="Helvetica Neue"/>
                <a:ea typeface="Helvetica Neue"/>
                <a:cs typeface="Helvetica Neue"/>
              </a:defRPr>
            </a:lvl4pPr>
            <a:lvl5pPr>
              <a:defRPr sz="2250" b="1">
                <a:solidFill>
                  <a:srgbClr val="2F7760"/>
                </a:solidFill>
                <a:latin typeface="Helvetica Neue"/>
                <a:ea typeface="Helvetica Neue"/>
                <a:cs typeface="Helvetica Neue"/>
              </a:defRPr>
            </a:lvl5pPr>
            <a:lvl6pPr>
              <a:defRPr sz="2250" b="1">
                <a:solidFill>
                  <a:srgbClr val="2F7760"/>
                </a:solidFill>
                <a:latin typeface="Helvetica Neue"/>
                <a:ea typeface="Helvetica Neue"/>
                <a:cs typeface="Helvetica Neue"/>
              </a:defRPr>
            </a:lvl6pPr>
            <a:lvl7pPr>
              <a:defRPr sz="2250" b="1">
                <a:solidFill>
                  <a:srgbClr val="2F7760"/>
                </a:solidFill>
                <a:latin typeface="Helvetica Neue"/>
                <a:ea typeface="Helvetica Neue"/>
                <a:cs typeface="Helvetica Neue"/>
              </a:defRPr>
            </a:lvl7pPr>
            <a:lvl8pPr>
              <a:defRPr sz="2250" b="1">
                <a:solidFill>
                  <a:srgbClr val="2F7760"/>
                </a:solidFill>
                <a:latin typeface="Helvetica Neue"/>
                <a:ea typeface="Helvetica Neue"/>
                <a:cs typeface="Helvetica Neue"/>
              </a:defRPr>
            </a:lvl8pPr>
            <a:lvl9pPr>
              <a:defRPr sz="2250" b="1">
                <a:solidFill>
                  <a:srgbClr val="2F7760"/>
                </a:solidFill>
                <a:latin typeface="Helvetica Neue"/>
                <a:ea typeface="Helvetica Neue"/>
                <a:cs typeface="Helvetica Neue"/>
              </a:defRPr>
            </a:lvl9pPr>
          </a:lstStyle>
          <a:p xmlns:a="http://schemas.openxmlformats.org/drawingml/2006/main">
            <a:pPr>
              <a:defRPr sz="2250" b="1">
                <a:solidFill>
                  <a:srgbClr val="2F7760"/>
                </a:solidFill>
                <a:latin typeface="Helvetica Neue"/>
                <a:ea typeface="Helvetica Neue"/>
                <a:cs typeface="Helvetica Neue"/>
              </a:defRPr>
            </a:pPr>
            <a:r>
              <a:rPr sz="2250" b="1">
                <a:solidFill>
                  <a:srgbClr val="2F7760"/>
                </a:solidFill>
                <a:latin typeface="Helvetica Neue"/>
                <a:ea typeface="Helvetica Neue"/>
                <a:cs typeface="Helvetica Neue"/>
              </a:rPr>
              <a:t>Proposed value</a:t>
            </a:r>
          </a:p>
        </p:txBody>
      </p:sp>
      <p:sp>
        <p:nvSpPr>
          <p:cNvPr id="10" name="">
            <a:extLst xmlns:a="http://schemas.openxmlformats.org/drawingml/2006/main">
              <a:ext uri="{FF2B5EF4-FFF2-40B4-BE49-F238E27FC236}">
                <a16:creationId xmlns:a16="http://schemas.microsoft.com/office/drawing/2014/main" id="{969327C5-17E8-4DE5-9901-484B224FAF63}"/>
              </a:ext>
            </a:extLst>
          </p:cNvPr>
          <p:cNvSpPr>
            <a:spLocks xmlns:a="http://schemas.openxmlformats.org/drawingml/2006/main" noGrp="1"/>
          </p:cNvSpPr>
          <p:nvPr/>
        </p:nvSpPr>
        <p:spPr>
          <a:xfrm xmlns:a="http://schemas.openxmlformats.org/drawingml/2006/main">
            <a:off x="8343900" y="2762250"/>
            <a:ext cx="323850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875" b="0">
                <a:solidFill>
                  <a:srgbClr val="14362D"/>
                </a:solidFill>
                <a:latin typeface="Helvetica Neue"/>
                <a:ea typeface="Helvetica Neue"/>
                <a:cs typeface="Helvetica Neue"/>
              </a:defRPr>
            </a:defPPr>
            <a:lvl1pPr>
              <a:defRPr sz="1875" b="0">
                <a:solidFill>
                  <a:srgbClr val="14362D"/>
                </a:solidFill>
                <a:latin typeface="Helvetica Neue"/>
                <a:ea typeface="Helvetica Neue"/>
                <a:cs typeface="Helvetica Neue"/>
              </a:defRPr>
            </a:lvl1pPr>
            <a:lvl2pPr>
              <a:defRPr sz="1875" b="0">
                <a:solidFill>
                  <a:srgbClr val="14362D"/>
                </a:solidFill>
                <a:latin typeface="Helvetica Neue"/>
                <a:ea typeface="Helvetica Neue"/>
                <a:cs typeface="Helvetica Neue"/>
              </a:defRPr>
            </a:lvl2pPr>
            <a:lvl3pPr>
              <a:defRPr sz="1875" b="0">
                <a:solidFill>
                  <a:srgbClr val="14362D"/>
                </a:solidFill>
                <a:latin typeface="Helvetica Neue"/>
                <a:ea typeface="Helvetica Neue"/>
                <a:cs typeface="Helvetica Neue"/>
              </a:defRPr>
            </a:lvl3pPr>
            <a:lvl4pPr>
              <a:defRPr sz="1875" b="0">
                <a:solidFill>
                  <a:srgbClr val="14362D"/>
                </a:solidFill>
                <a:latin typeface="Helvetica Neue"/>
                <a:ea typeface="Helvetica Neue"/>
                <a:cs typeface="Helvetica Neue"/>
              </a:defRPr>
            </a:lvl4pPr>
            <a:lvl5pPr>
              <a:defRPr sz="1875" b="0">
                <a:solidFill>
                  <a:srgbClr val="14362D"/>
                </a:solidFill>
                <a:latin typeface="Helvetica Neue"/>
                <a:ea typeface="Helvetica Neue"/>
                <a:cs typeface="Helvetica Neue"/>
              </a:defRPr>
            </a:lvl5pPr>
            <a:lvl6pPr>
              <a:defRPr sz="1875" b="0">
                <a:solidFill>
                  <a:srgbClr val="14362D"/>
                </a:solidFill>
                <a:latin typeface="Helvetica Neue"/>
                <a:ea typeface="Helvetica Neue"/>
                <a:cs typeface="Helvetica Neue"/>
              </a:defRPr>
            </a:lvl6pPr>
            <a:lvl7pPr>
              <a:defRPr sz="1875" b="0">
                <a:solidFill>
                  <a:srgbClr val="14362D"/>
                </a:solidFill>
                <a:latin typeface="Helvetica Neue"/>
                <a:ea typeface="Helvetica Neue"/>
                <a:cs typeface="Helvetica Neue"/>
              </a:defRPr>
            </a:lvl7pPr>
            <a:lvl8pPr>
              <a:defRPr sz="1875" b="0">
                <a:solidFill>
                  <a:srgbClr val="14362D"/>
                </a:solidFill>
                <a:latin typeface="Helvetica Neue"/>
                <a:ea typeface="Helvetica Neue"/>
                <a:cs typeface="Helvetica Neue"/>
              </a:defRPr>
            </a:lvl8pPr>
            <a:lvl9pPr>
              <a:defRPr sz="1875" b="0">
                <a:solidFill>
                  <a:srgbClr val="14362D"/>
                </a:solidFill>
                <a:latin typeface="Helvetica Neue"/>
                <a:ea typeface="Helvetica Neue"/>
                <a:cs typeface="Helvetica Neue"/>
              </a:defRPr>
            </a:lvl9pPr>
          </a:lstStyle>
          <a:p xmlns:a="http://schemas.openxmlformats.org/drawingml/2006/main">
            <a:pPr>
              <a:defRPr sz="1875" b="0">
                <a:solidFill>
                  <a:srgbClr val="14362D"/>
                </a:solidFill>
                <a:latin typeface="Helvetica Neue"/>
                <a:ea typeface="Helvetica Neue"/>
                <a:cs typeface="Helvetica Neue"/>
              </a:defRPr>
            </a:pPr>
            <a:r>
              <a:rPr sz="1875" b="0">
                <a:solidFill>
                  <a:srgbClr val="14362D"/>
                </a:solidFill>
                <a:latin typeface="Helvetica Neue"/>
                <a:ea typeface="Helvetica Neue"/>
                <a:cs typeface="Helvetica Neue"/>
              </a:rPr>
              <a:t>A new observation on opening, bounded by the creator’s world rules and visual identity.</a:t>
            </a:r>
          </a:p>
        </p:txBody>
      </p:sp>
      <p:sp>
        <p:nvSpPr>
          <p:cNvPr id="11" name="">
            <a:extLst xmlns:a="http://schemas.openxmlformats.org/drawingml/2006/main">
              <a:ext uri="{FF2B5EF4-FFF2-40B4-BE49-F238E27FC236}">
                <a16:creationId xmlns:a16="http://schemas.microsoft.com/office/drawing/2014/main" id="{20EBC153-2320-4A39-BA9C-2AC1E7778CD9}"/>
              </a:ext>
            </a:extLst>
          </p:cNvPr>
          <p:cNvSpPr>
            <a:spLocks xmlns:a="http://schemas.openxmlformats.org/drawingml/2006/main" noGrp="1"/>
          </p:cNvSpPr>
          <p:nvPr/>
        </p:nvSpPr>
        <p:spPr>
          <a:xfrm xmlns:a="http://schemas.openxmlformats.org/drawingml/2006/main">
            <a:off x="609600" y="5400675"/>
            <a:ext cx="10763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950" b="1">
                <a:solidFill>
                  <a:srgbClr val="2F7760"/>
                </a:solidFill>
                <a:latin typeface="Helvetica Neue"/>
                <a:ea typeface="Helvetica Neue"/>
                <a:cs typeface="Helvetica Neue"/>
              </a:defRPr>
            </a:defPPr>
            <a:lvl1pPr>
              <a:defRPr sz="1950" b="1">
                <a:solidFill>
                  <a:srgbClr val="2F7760"/>
                </a:solidFill>
                <a:latin typeface="Helvetica Neue"/>
                <a:ea typeface="Helvetica Neue"/>
                <a:cs typeface="Helvetica Neue"/>
              </a:defRPr>
            </a:lvl1pPr>
            <a:lvl2pPr>
              <a:defRPr sz="1950" b="1">
                <a:solidFill>
                  <a:srgbClr val="2F7760"/>
                </a:solidFill>
                <a:latin typeface="Helvetica Neue"/>
                <a:ea typeface="Helvetica Neue"/>
                <a:cs typeface="Helvetica Neue"/>
              </a:defRPr>
            </a:lvl2pPr>
            <a:lvl3pPr>
              <a:defRPr sz="1950" b="1">
                <a:solidFill>
                  <a:srgbClr val="2F7760"/>
                </a:solidFill>
                <a:latin typeface="Helvetica Neue"/>
                <a:ea typeface="Helvetica Neue"/>
                <a:cs typeface="Helvetica Neue"/>
              </a:defRPr>
            </a:lvl3pPr>
            <a:lvl4pPr>
              <a:defRPr sz="1950" b="1">
                <a:solidFill>
                  <a:srgbClr val="2F7760"/>
                </a:solidFill>
                <a:latin typeface="Helvetica Neue"/>
                <a:ea typeface="Helvetica Neue"/>
                <a:cs typeface="Helvetica Neue"/>
              </a:defRPr>
            </a:lvl4pPr>
            <a:lvl5pPr>
              <a:defRPr sz="1950" b="1">
                <a:solidFill>
                  <a:srgbClr val="2F7760"/>
                </a:solidFill>
                <a:latin typeface="Helvetica Neue"/>
                <a:ea typeface="Helvetica Neue"/>
                <a:cs typeface="Helvetica Neue"/>
              </a:defRPr>
            </a:lvl5pPr>
            <a:lvl6pPr>
              <a:defRPr sz="1950" b="1">
                <a:solidFill>
                  <a:srgbClr val="2F7760"/>
                </a:solidFill>
                <a:latin typeface="Helvetica Neue"/>
                <a:ea typeface="Helvetica Neue"/>
                <a:cs typeface="Helvetica Neue"/>
              </a:defRPr>
            </a:lvl6pPr>
            <a:lvl7pPr>
              <a:defRPr sz="1950" b="1">
                <a:solidFill>
                  <a:srgbClr val="2F7760"/>
                </a:solidFill>
                <a:latin typeface="Helvetica Neue"/>
                <a:ea typeface="Helvetica Neue"/>
                <a:cs typeface="Helvetica Neue"/>
              </a:defRPr>
            </a:lvl7pPr>
            <a:lvl8pPr>
              <a:defRPr sz="1950" b="1">
                <a:solidFill>
                  <a:srgbClr val="2F7760"/>
                </a:solidFill>
                <a:latin typeface="Helvetica Neue"/>
                <a:ea typeface="Helvetica Neue"/>
                <a:cs typeface="Helvetica Neue"/>
              </a:defRPr>
            </a:lvl8pPr>
            <a:lvl9pPr>
              <a:defRPr sz="1950" b="1">
                <a:solidFill>
                  <a:srgbClr val="2F7760"/>
                </a:solidFill>
                <a:latin typeface="Helvetica Neue"/>
                <a:ea typeface="Helvetica Neue"/>
                <a:cs typeface="Helvetica Neue"/>
              </a:defRPr>
            </a:lvl9pPr>
          </a:lstStyle>
          <a:p xmlns:a="http://schemas.openxmlformats.org/drawingml/2006/main">
            <a:pPr>
              <a:defRPr sz="1950" b="1">
                <a:solidFill>
                  <a:srgbClr val="2F7760"/>
                </a:solidFill>
                <a:latin typeface="Helvetica Neue"/>
                <a:ea typeface="Helvetica Neue"/>
                <a:cs typeface="Helvetica Neue"/>
              </a:defRPr>
            </a:pPr>
            <a:r>
              <a:rPr sz="1950" b="1">
                <a:solidFill>
                  <a:srgbClr val="2F7760"/>
                </a:solidFill>
                <a:latin typeface="Helvetica Neue"/>
                <a:ea typeface="Helvetica Neue"/>
                <a:cs typeface="Helvetica Neue"/>
              </a:rPr>
              <a:t>Initial customer hypothesis: independent worldbuilding creators and small IP teams</a:t>
            </a:r>
          </a:p>
        </p:txBody>
      </p:sp>
    </p:spTree>
    <p:extLst>
      <p:ext uri="{BB962C8B-B14F-4D97-AF65-F5344CB8AC3E}">
        <p14:creationId xmlns:p14="http://schemas.microsoft.com/office/powerpoint/2010/main" val="594197366"/>
      </p:ext>
    </p:extLst>
  </p:cSld>
</p:sld>
</file>

<file path=ppt/slides/slide3.xml><?xml version="1.0" encoding="utf-8"?>
<p:sld xmlns:p="http://schemas.openxmlformats.org/presentationml/2006/main">
  <p:cSld>
    <p:bg>
      <p:bgPr>
        <a:solidFill xmlns:a="http://schemas.openxmlformats.org/drawingml/2006/main">
          <a:srgbClr val="F3F1E7"/>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166D575A-D82E-4A65-A6C2-9823EFE19E4D}"/>
              </a:ext>
            </a:extLst>
          </p:cNvPr>
          <p:cNvSpPr>
            <a:spLocks xmlns:a="http://schemas.openxmlformats.org/drawingml/2006/main" noGrp="1"/>
          </p:cNvSpPr>
          <p:nvPr/>
        </p:nvSpPr>
        <p:spPr>
          <a:xfrm xmlns:a="http://schemas.openxmlformats.org/drawingml/2006/main">
            <a:off x="609600" y="476250"/>
            <a:ext cx="109537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362D"/>
                </a:solidFill>
                <a:latin typeface="Helvetica Neue"/>
                <a:ea typeface="Helvetica Neue"/>
                <a:cs typeface="Helvetica Neue"/>
              </a:defRPr>
            </a:defPPr>
            <a:lvl1pPr>
              <a:defRPr sz="3150" b="1">
                <a:solidFill>
                  <a:srgbClr val="14362D"/>
                </a:solidFill>
                <a:latin typeface="Helvetica Neue"/>
                <a:ea typeface="Helvetica Neue"/>
                <a:cs typeface="Helvetica Neue"/>
              </a:defRPr>
            </a:lvl1pPr>
            <a:lvl2pPr>
              <a:defRPr sz="3150" b="1">
                <a:solidFill>
                  <a:srgbClr val="14362D"/>
                </a:solidFill>
                <a:latin typeface="Helvetica Neue"/>
                <a:ea typeface="Helvetica Neue"/>
                <a:cs typeface="Helvetica Neue"/>
              </a:defRPr>
            </a:lvl2pPr>
            <a:lvl3pPr>
              <a:defRPr sz="3150" b="1">
                <a:solidFill>
                  <a:srgbClr val="14362D"/>
                </a:solidFill>
                <a:latin typeface="Helvetica Neue"/>
                <a:ea typeface="Helvetica Neue"/>
                <a:cs typeface="Helvetica Neue"/>
              </a:defRPr>
            </a:lvl3pPr>
            <a:lvl4pPr>
              <a:defRPr sz="3150" b="1">
                <a:solidFill>
                  <a:srgbClr val="14362D"/>
                </a:solidFill>
                <a:latin typeface="Helvetica Neue"/>
                <a:ea typeface="Helvetica Neue"/>
                <a:cs typeface="Helvetica Neue"/>
              </a:defRPr>
            </a:lvl4pPr>
            <a:lvl5pPr>
              <a:defRPr sz="3150" b="1">
                <a:solidFill>
                  <a:srgbClr val="14362D"/>
                </a:solidFill>
                <a:latin typeface="Helvetica Neue"/>
                <a:ea typeface="Helvetica Neue"/>
                <a:cs typeface="Helvetica Neue"/>
              </a:defRPr>
            </a:lvl5pPr>
            <a:lvl6pPr>
              <a:defRPr sz="3150" b="1">
                <a:solidFill>
                  <a:srgbClr val="14362D"/>
                </a:solidFill>
                <a:latin typeface="Helvetica Neue"/>
                <a:ea typeface="Helvetica Neue"/>
                <a:cs typeface="Helvetica Neue"/>
              </a:defRPr>
            </a:lvl6pPr>
            <a:lvl7pPr>
              <a:defRPr sz="3150" b="1">
                <a:solidFill>
                  <a:srgbClr val="14362D"/>
                </a:solidFill>
                <a:latin typeface="Helvetica Neue"/>
                <a:ea typeface="Helvetica Neue"/>
                <a:cs typeface="Helvetica Neue"/>
              </a:defRPr>
            </a:lvl7pPr>
            <a:lvl8pPr>
              <a:defRPr sz="3150" b="1">
                <a:solidFill>
                  <a:srgbClr val="14362D"/>
                </a:solidFill>
                <a:latin typeface="Helvetica Neue"/>
                <a:ea typeface="Helvetica Neue"/>
                <a:cs typeface="Helvetica Neue"/>
              </a:defRPr>
            </a:lvl8pPr>
            <a:lvl9pPr>
              <a:defRPr sz="3150" b="1">
                <a:solidFill>
                  <a:srgbClr val="14362D"/>
                </a:solidFill>
                <a:latin typeface="Helvetica Neue"/>
                <a:ea typeface="Helvetica Neue"/>
                <a:cs typeface="Helvetica Neue"/>
              </a:defRPr>
            </a:lvl9pPr>
          </a:lstStyle>
          <a:p xmlns:a="http://schemas.openxmlformats.org/drawingml/2006/main">
            <a:pPr>
              <a:defRPr sz="3150" b="1">
                <a:solidFill>
                  <a:srgbClr val="14362D"/>
                </a:solidFill>
                <a:latin typeface="Helvetica Neue"/>
                <a:ea typeface="Helvetica Neue"/>
                <a:cs typeface="Helvetica Neue"/>
              </a:defRPr>
            </a:pPr>
            <a:r>
              <a:rPr sz="3150" b="1">
                <a:solidFill>
                  <a:srgbClr val="14362D"/>
                </a:solidFill>
                <a:latin typeface="Helvetica Neue"/>
                <a:ea typeface="Helvetica Neue"/>
                <a:cs typeface="Helvetica Neue"/>
              </a:rPr>
              <a:t>The proposed observation flow</a:t>
            </a:r>
          </a:p>
        </p:txBody>
      </p:sp>
      <p:sp>
        <p:nvSpPr>
          <p:cNvPr id="2" name="">
            <a:extLst xmlns:a="http://schemas.openxmlformats.org/drawingml/2006/main">
              <a:ext uri="{FF2B5EF4-FFF2-40B4-BE49-F238E27FC236}">
                <a16:creationId xmlns:a16="http://schemas.microsoft.com/office/drawing/2014/main" id="{71DFBF73-6A38-4FCC-9CBB-AF87E0874279}"/>
              </a:ext>
            </a:extLst>
          </p:cNvPr>
          <p:cNvSpPr>
            <a:spLocks xmlns:a="http://schemas.openxmlformats.org/drawingml/2006/main" noGrp="1"/>
          </p:cNvSpPr>
          <p:nvPr/>
        </p:nvSpPr>
        <p:spPr>
          <a:xfrm xmlns:a="http://schemas.openxmlformats.org/drawingml/2006/main">
            <a:off x="609600" y="1533525"/>
            <a:ext cx="10972800" cy="19050"/>
          </a:xfrm>
          <a:prstGeom xmlns:a="http://schemas.openxmlformats.org/drawingml/2006/main" prst="rect">
            <a:avLst/>
          </a:prstGeom>
          <a:solidFill xmlns:a="http://schemas.openxmlformats.org/drawingml/2006/main">
            <a:srgbClr val="C5CCC1"/>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1C547D0F-ACFA-4B12-8CA0-7A664A1E0465}"/>
              </a:ext>
            </a:extLst>
          </p:cNvPr>
          <p:cNvSpPr>
            <a:spLocks xmlns:a="http://schemas.openxmlformats.org/drawingml/2006/main" noGrp="1"/>
          </p:cNvSpPr>
          <p:nvPr/>
        </p:nvSpPr>
        <p:spPr>
          <a:xfrm xmlns:a="http://schemas.openxmlformats.org/drawingml/2006/main">
            <a:off x="609600" y="6419850"/>
            <a:ext cx="9525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50665B"/>
                </a:solidFill>
                <a:latin typeface="Helvetica Neue"/>
                <a:ea typeface="Helvetica Neue"/>
                <a:cs typeface="Helvetica Neue"/>
              </a:defRPr>
            </a:defPPr>
            <a:lvl1pPr>
              <a:defRPr sz="1050" b="0">
                <a:solidFill>
                  <a:srgbClr val="50665B"/>
                </a:solidFill>
                <a:latin typeface="Helvetica Neue"/>
                <a:ea typeface="Helvetica Neue"/>
                <a:cs typeface="Helvetica Neue"/>
              </a:defRPr>
            </a:lvl1pPr>
            <a:lvl2pPr>
              <a:defRPr sz="1050" b="0">
                <a:solidFill>
                  <a:srgbClr val="50665B"/>
                </a:solidFill>
                <a:latin typeface="Helvetica Neue"/>
                <a:ea typeface="Helvetica Neue"/>
                <a:cs typeface="Helvetica Neue"/>
              </a:defRPr>
            </a:lvl2pPr>
            <a:lvl3pPr>
              <a:defRPr sz="1050" b="0">
                <a:solidFill>
                  <a:srgbClr val="50665B"/>
                </a:solidFill>
                <a:latin typeface="Helvetica Neue"/>
                <a:ea typeface="Helvetica Neue"/>
                <a:cs typeface="Helvetica Neue"/>
              </a:defRPr>
            </a:lvl3pPr>
            <a:lvl4pPr>
              <a:defRPr sz="1050" b="0">
                <a:solidFill>
                  <a:srgbClr val="50665B"/>
                </a:solidFill>
                <a:latin typeface="Helvetica Neue"/>
                <a:ea typeface="Helvetica Neue"/>
                <a:cs typeface="Helvetica Neue"/>
              </a:defRPr>
            </a:lvl4pPr>
            <a:lvl5pPr>
              <a:defRPr sz="1050" b="0">
                <a:solidFill>
                  <a:srgbClr val="50665B"/>
                </a:solidFill>
                <a:latin typeface="Helvetica Neue"/>
                <a:ea typeface="Helvetica Neue"/>
                <a:cs typeface="Helvetica Neue"/>
              </a:defRPr>
            </a:lvl5pPr>
            <a:lvl6pPr>
              <a:defRPr sz="1050" b="0">
                <a:solidFill>
                  <a:srgbClr val="50665B"/>
                </a:solidFill>
                <a:latin typeface="Helvetica Neue"/>
                <a:ea typeface="Helvetica Neue"/>
                <a:cs typeface="Helvetica Neue"/>
              </a:defRPr>
            </a:lvl6pPr>
            <a:lvl7pPr>
              <a:defRPr sz="1050" b="0">
                <a:solidFill>
                  <a:srgbClr val="50665B"/>
                </a:solidFill>
                <a:latin typeface="Helvetica Neue"/>
                <a:ea typeface="Helvetica Neue"/>
                <a:cs typeface="Helvetica Neue"/>
              </a:defRPr>
            </a:lvl7pPr>
            <a:lvl8pPr>
              <a:defRPr sz="1050" b="0">
                <a:solidFill>
                  <a:srgbClr val="50665B"/>
                </a:solidFill>
                <a:latin typeface="Helvetica Neue"/>
                <a:ea typeface="Helvetica Neue"/>
                <a:cs typeface="Helvetica Neue"/>
              </a:defRPr>
            </a:lvl8pPr>
            <a:lvl9pPr>
              <a:defRPr sz="1050" b="0">
                <a:solidFill>
                  <a:srgbClr val="50665B"/>
                </a:solidFill>
                <a:latin typeface="Helvetica Neue"/>
                <a:ea typeface="Helvetica Neue"/>
                <a:cs typeface="Helvetica Neue"/>
              </a:defRPr>
            </a:lvl9pPr>
          </a:lstStyle>
          <a:p xmlns:a="http://schemas.openxmlformats.org/drawingml/2006/main">
            <a:pPr>
              <a:defRPr sz="1050" b="0">
                <a:solidFill>
                  <a:srgbClr val="50665B"/>
                </a:solidFill>
                <a:latin typeface="Helvetica Neue"/>
                <a:ea typeface="Helvetica Neue"/>
                <a:cs typeface="Helvetica Neue"/>
              </a:defRPr>
            </a:pPr>
            <a:r>
              <a:rPr sz="1050" b="0">
                <a:solidFill>
                  <a:srgbClr val="50665B"/>
                </a:solidFill>
                <a:latin typeface="Helvetica Neue"/>
                <a:ea typeface="Helvetica Neue"/>
                <a:cs typeface="Helvetica Neue"/>
              </a:rPr>
              <a:t>STAGE I / PROJECT PLAN</a:t>
            </a:r>
          </a:p>
        </p:txBody>
      </p:sp>
      <p:sp>
        <p:nvSpPr>
          <p:cNvPr id="4" name="">
            <a:extLst xmlns:a="http://schemas.openxmlformats.org/drawingml/2006/main">
              <a:ext uri="{FF2B5EF4-FFF2-40B4-BE49-F238E27FC236}">
                <a16:creationId xmlns:a16="http://schemas.microsoft.com/office/drawing/2014/main" id="{733149C0-DBFA-4452-8638-429B9D3C24D2}"/>
              </a:ext>
            </a:extLst>
          </p:cNvPr>
          <p:cNvSpPr>
            <a:spLocks xmlns:a="http://schemas.openxmlformats.org/drawingml/2006/main" noGrp="1"/>
          </p:cNvSpPr>
          <p:nvPr/>
        </p:nvSpPr>
        <p:spPr>
          <a:xfrm xmlns:a="http://schemas.openxmlformats.org/drawingml/2006/main">
            <a:off x="11106150" y="6419850"/>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50665B"/>
                </a:solidFill>
                <a:latin typeface="Helvetica Neue"/>
                <a:ea typeface="Helvetica Neue"/>
                <a:cs typeface="Helvetica Neue"/>
              </a:defRPr>
            </a:defPPr>
            <a:lvl1pPr>
              <a:defRPr sz="1050" b="0">
                <a:solidFill>
                  <a:srgbClr val="50665B"/>
                </a:solidFill>
                <a:latin typeface="Helvetica Neue"/>
                <a:ea typeface="Helvetica Neue"/>
                <a:cs typeface="Helvetica Neue"/>
              </a:defRPr>
            </a:lvl1pPr>
            <a:lvl2pPr>
              <a:defRPr sz="1050" b="0">
                <a:solidFill>
                  <a:srgbClr val="50665B"/>
                </a:solidFill>
                <a:latin typeface="Helvetica Neue"/>
                <a:ea typeface="Helvetica Neue"/>
                <a:cs typeface="Helvetica Neue"/>
              </a:defRPr>
            </a:lvl2pPr>
            <a:lvl3pPr>
              <a:defRPr sz="1050" b="0">
                <a:solidFill>
                  <a:srgbClr val="50665B"/>
                </a:solidFill>
                <a:latin typeface="Helvetica Neue"/>
                <a:ea typeface="Helvetica Neue"/>
                <a:cs typeface="Helvetica Neue"/>
              </a:defRPr>
            </a:lvl3pPr>
            <a:lvl4pPr>
              <a:defRPr sz="1050" b="0">
                <a:solidFill>
                  <a:srgbClr val="50665B"/>
                </a:solidFill>
                <a:latin typeface="Helvetica Neue"/>
                <a:ea typeface="Helvetica Neue"/>
                <a:cs typeface="Helvetica Neue"/>
              </a:defRPr>
            </a:lvl4pPr>
            <a:lvl5pPr>
              <a:defRPr sz="1050" b="0">
                <a:solidFill>
                  <a:srgbClr val="50665B"/>
                </a:solidFill>
                <a:latin typeface="Helvetica Neue"/>
                <a:ea typeface="Helvetica Neue"/>
                <a:cs typeface="Helvetica Neue"/>
              </a:defRPr>
            </a:lvl5pPr>
            <a:lvl6pPr>
              <a:defRPr sz="1050" b="0">
                <a:solidFill>
                  <a:srgbClr val="50665B"/>
                </a:solidFill>
                <a:latin typeface="Helvetica Neue"/>
                <a:ea typeface="Helvetica Neue"/>
                <a:cs typeface="Helvetica Neue"/>
              </a:defRPr>
            </a:lvl6pPr>
            <a:lvl7pPr>
              <a:defRPr sz="1050" b="0">
                <a:solidFill>
                  <a:srgbClr val="50665B"/>
                </a:solidFill>
                <a:latin typeface="Helvetica Neue"/>
                <a:ea typeface="Helvetica Neue"/>
                <a:cs typeface="Helvetica Neue"/>
              </a:defRPr>
            </a:lvl7pPr>
            <a:lvl8pPr>
              <a:defRPr sz="1050" b="0">
                <a:solidFill>
                  <a:srgbClr val="50665B"/>
                </a:solidFill>
                <a:latin typeface="Helvetica Neue"/>
                <a:ea typeface="Helvetica Neue"/>
                <a:cs typeface="Helvetica Neue"/>
              </a:defRPr>
            </a:lvl8pPr>
            <a:lvl9pPr>
              <a:defRPr sz="1050" b="0">
                <a:solidFill>
                  <a:srgbClr val="50665B"/>
                </a:solidFill>
                <a:latin typeface="Helvetica Neue"/>
                <a:ea typeface="Helvetica Neue"/>
                <a:cs typeface="Helvetica Neue"/>
              </a:defRPr>
            </a:lvl9pPr>
          </a:lstStyle>
          <a:p xmlns:a="http://schemas.openxmlformats.org/drawingml/2006/main">
            <a:pPr>
              <a:defRPr sz="1050" b="0">
                <a:solidFill>
                  <a:srgbClr val="50665B"/>
                </a:solidFill>
                <a:latin typeface="Helvetica Neue"/>
                <a:ea typeface="Helvetica Neue"/>
                <a:cs typeface="Helvetica Neue"/>
              </a:defRPr>
            </a:pPr>
            <a:r>
              <a:rPr sz="1050" b="0">
                <a:solidFill>
                  <a:srgbClr val="50665B"/>
                </a:solidFill>
                <a:latin typeface="Helvetica Neue"/>
                <a:ea typeface="Helvetica Neue"/>
                <a:cs typeface="Helvetica Neue"/>
              </a:rPr>
              <a:t>03</a:t>
            </a:r>
          </a:p>
        </p:txBody>
      </p:sp>
      <p:sp>
        <p:nvSpPr>
          <p:cNvPr id="5" name="">
            <a:extLst xmlns:a="http://schemas.openxmlformats.org/drawingml/2006/main">
              <a:ext uri="{FF2B5EF4-FFF2-40B4-BE49-F238E27FC236}">
                <a16:creationId xmlns:a16="http://schemas.microsoft.com/office/drawing/2014/main" id="{30ACB477-8965-4B4C-A3F2-CBA389FD8391}"/>
              </a:ext>
            </a:extLst>
          </p:cNvPr>
          <p:cNvSpPr>
            <a:spLocks xmlns:a="http://schemas.openxmlformats.org/drawingml/2006/main" noGrp="1"/>
          </p:cNvSpPr>
          <p:nvPr/>
        </p:nvSpPr>
        <p:spPr>
          <a:xfrm xmlns:a="http://schemas.openxmlformats.org/drawingml/2006/main">
            <a:off x="609600" y="2105025"/>
            <a:ext cx="2286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4050" b="1">
                <a:solidFill>
                  <a:srgbClr val="2F7760"/>
                </a:solidFill>
                <a:latin typeface="Helvetica Neue"/>
                <a:ea typeface="Helvetica Neue"/>
                <a:cs typeface="Helvetica Neue"/>
              </a:defRPr>
            </a:defPPr>
            <a:lvl1pPr>
              <a:defRPr sz="4050" b="1">
                <a:solidFill>
                  <a:srgbClr val="2F7760"/>
                </a:solidFill>
                <a:latin typeface="Helvetica Neue"/>
                <a:ea typeface="Helvetica Neue"/>
                <a:cs typeface="Helvetica Neue"/>
              </a:defRPr>
            </a:lvl1pPr>
            <a:lvl2pPr>
              <a:defRPr sz="4050" b="1">
                <a:solidFill>
                  <a:srgbClr val="2F7760"/>
                </a:solidFill>
                <a:latin typeface="Helvetica Neue"/>
                <a:ea typeface="Helvetica Neue"/>
                <a:cs typeface="Helvetica Neue"/>
              </a:defRPr>
            </a:lvl2pPr>
            <a:lvl3pPr>
              <a:defRPr sz="4050" b="1">
                <a:solidFill>
                  <a:srgbClr val="2F7760"/>
                </a:solidFill>
                <a:latin typeface="Helvetica Neue"/>
                <a:ea typeface="Helvetica Neue"/>
                <a:cs typeface="Helvetica Neue"/>
              </a:defRPr>
            </a:lvl3pPr>
            <a:lvl4pPr>
              <a:defRPr sz="4050" b="1">
                <a:solidFill>
                  <a:srgbClr val="2F7760"/>
                </a:solidFill>
                <a:latin typeface="Helvetica Neue"/>
                <a:ea typeface="Helvetica Neue"/>
                <a:cs typeface="Helvetica Neue"/>
              </a:defRPr>
            </a:lvl4pPr>
            <a:lvl5pPr>
              <a:defRPr sz="4050" b="1">
                <a:solidFill>
                  <a:srgbClr val="2F7760"/>
                </a:solidFill>
                <a:latin typeface="Helvetica Neue"/>
                <a:ea typeface="Helvetica Neue"/>
                <a:cs typeface="Helvetica Neue"/>
              </a:defRPr>
            </a:lvl5pPr>
            <a:lvl6pPr>
              <a:defRPr sz="4050" b="1">
                <a:solidFill>
                  <a:srgbClr val="2F7760"/>
                </a:solidFill>
                <a:latin typeface="Helvetica Neue"/>
                <a:ea typeface="Helvetica Neue"/>
                <a:cs typeface="Helvetica Neue"/>
              </a:defRPr>
            </a:lvl6pPr>
            <a:lvl7pPr>
              <a:defRPr sz="4050" b="1">
                <a:solidFill>
                  <a:srgbClr val="2F7760"/>
                </a:solidFill>
                <a:latin typeface="Helvetica Neue"/>
                <a:ea typeface="Helvetica Neue"/>
                <a:cs typeface="Helvetica Neue"/>
              </a:defRPr>
            </a:lvl7pPr>
            <a:lvl8pPr>
              <a:defRPr sz="4050" b="1">
                <a:solidFill>
                  <a:srgbClr val="2F7760"/>
                </a:solidFill>
                <a:latin typeface="Helvetica Neue"/>
                <a:ea typeface="Helvetica Neue"/>
                <a:cs typeface="Helvetica Neue"/>
              </a:defRPr>
            </a:lvl8pPr>
            <a:lvl9pPr>
              <a:defRPr sz="4050" b="1">
                <a:solidFill>
                  <a:srgbClr val="2F7760"/>
                </a:solidFill>
                <a:latin typeface="Helvetica Neue"/>
                <a:ea typeface="Helvetica Neue"/>
                <a:cs typeface="Helvetica Neue"/>
              </a:defRPr>
            </a:lvl9pPr>
          </a:lstStyle>
          <a:p xmlns:a="http://schemas.openxmlformats.org/drawingml/2006/main">
            <a:pPr>
              <a:defRPr sz="4050" b="1">
                <a:solidFill>
                  <a:srgbClr val="2F7760"/>
                </a:solidFill>
                <a:latin typeface="Helvetica Neue"/>
                <a:ea typeface="Helvetica Neue"/>
                <a:cs typeface="Helvetica Neue"/>
              </a:defRPr>
            </a:pPr>
            <a:r>
              <a:rPr sz="4050" b="1">
                <a:solidFill>
                  <a:srgbClr val="2F7760"/>
                </a:solidFill>
                <a:latin typeface="Helvetica Neue"/>
                <a:ea typeface="Helvetica Neue"/>
                <a:cs typeface="Helvetica Neue"/>
              </a:rPr>
              <a:t>01</a:t>
            </a:r>
          </a:p>
        </p:txBody>
      </p:sp>
      <p:sp>
        <p:nvSpPr>
          <p:cNvPr id="6" name="">
            <a:extLst xmlns:a="http://schemas.openxmlformats.org/drawingml/2006/main">
              <a:ext uri="{FF2B5EF4-FFF2-40B4-BE49-F238E27FC236}">
                <a16:creationId xmlns:a16="http://schemas.microsoft.com/office/drawing/2014/main" id="{96366F67-BADD-4BB4-9322-5759A548CB78}"/>
              </a:ext>
            </a:extLst>
          </p:cNvPr>
          <p:cNvSpPr>
            <a:spLocks xmlns:a="http://schemas.openxmlformats.org/drawingml/2006/main" noGrp="1"/>
          </p:cNvSpPr>
          <p:nvPr/>
        </p:nvSpPr>
        <p:spPr>
          <a:xfrm xmlns:a="http://schemas.openxmlformats.org/drawingml/2006/main">
            <a:off x="609600" y="3048000"/>
            <a:ext cx="24193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025" b="1">
                <a:solidFill>
                  <a:srgbClr val="14362D"/>
                </a:solidFill>
                <a:latin typeface="Helvetica Neue"/>
                <a:ea typeface="Helvetica Neue"/>
                <a:cs typeface="Helvetica Neue"/>
              </a:defRPr>
            </a:defPPr>
            <a:lvl1pPr>
              <a:defRPr sz="2025" b="1">
                <a:solidFill>
                  <a:srgbClr val="14362D"/>
                </a:solidFill>
                <a:latin typeface="Helvetica Neue"/>
                <a:ea typeface="Helvetica Neue"/>
                <a:cs typeface="Helvetica Neue"/>
              </a:defRPr>
            </a:lvl1pPr>
            <a:lvl2pPr>
              <a:defRPr sz="2025" b="1">
                <a:solidFill>
                  <a:srgbClr val="14362D"/>
                </a:solidFill>
                <a:latin typeface="Helvetica Neue"/>
                <a:ea typeface="Helvetica Neue"/>
                <a:cs typeface="Helvetica Neue"/>
              </a:defRPr>
            </a:lvl2pPr>
            <a:lvl3pPr>
              <a:defRPr sz="2025" b="1">
                <a:solidFill>
                  <a:srgbClr val="14362D"/>
                </a:solidFill>
                <a:latin typeface="Helvetica Neue"/>
                <a:ea typeface="Helvetica Neue"/>
                <a:cs typeface="Helvetica Neue"/>
              </a:defRPr>
            </a:lvl3pPr>
            <a:lvl4pPr>
              <a:defRPr sz="2025" b="1">
                <a:solidFill>
                  <a:srgbClr val="14362D"/>
                </a:solidFill>
                <a:latin typeface="Helvetica Neue"/>
                <a:ea typeface="Helvetica Neue"/>
                <a:cs typeface="Helvetica Neue"/>
              </a:defRPr>
            </a:lvl4pPr>
            <a:lvl5pPr>
              <a:defRPr sz="2025" b="1">
                <a:solidFill>
                  <a:srgbClr val="14362D"/>
                </a:solidFill>
                <a:latin typeface="Helvetica Neue"/>
                <a:ea typeface="Helvetica Neue"/>
                <a:cs typeface="Helvetica Neue"/>
              </a:defRPr>
            </a:lvl5pPr>
            <a:lvl6pPr>
              <a:defRPr sz="2025" b="1">
                <a:solidFill>
                  <a:srgbClr val="14362D"/>
                </a:solidFill>
                <a:latin typeface="Helvetica Neue"/>
                <a:ea typeface="Helvetica Neue"/>
                <a:cs typeface="Helvetica Neue"/>
              </a:defRPr>
            </a:lvl6pPr>
            <a:lvl7pPr>
              <a:defRPr sz="2025" b="1">
                <a:solidFill>
                  <a:srgbClr val="14362D"/>
                </a:solidFill>
                <a:latin typeface="Helvetica Neue"/>
                <a:ea typeface="Helvetica Neue"/>
                <a:cs typeface="Helvetica Neue"/>
              </a:defRPr>
            </a:lvl7pPr>
            <a:lvl8pPr>
              <a:defRPr sz="2025" b="1">
                <a:solidFill>
                  <a:srgbClr val="14362D"/>
                </a:solidFill>
                <a:latin typeface="Helvetica Neue"/>
                <a:ea typeface="Helvetica Neue"/>
                <a:cs typeface="Helvetica Neue"/>
              </a:defRPr>
            </a:lvl8pPr>
            <a:lvl9pPr>
              <a:defRPr sz="2025" b="1">
                <a:solidFill>
                  <a:srgbClr val="14362D"/>
                </a:solidFill>
                <a:latin typeface="Helvetica Neue"/>
                <a:ea typeface="Helvetica Neue"/>
                <a:cs typeface="Helvetica Neue"/>
              </a:defRPr>
            </a:lvl9pPr>
          </a:lstStyle>
          <a:p xmlns:a="http://schemas.openxmlformats.org/drawingml/2006/main">
            <a:pPr>
              <a:defRPr sz="2025" b="1">
                <a:solidFill>
                  <a:srgbClr val="14362D"/>
                </a:solidFill>
                <a:latin typeface="Helvetica Neue"/>
                <a:ea typeface="Helvetica Neue"/>
                <a:cs typeface="Helvetica Neue"/>
              </a:defRPr>
            </a:pPr>
            <a:r>
              <a:rPr sz="2025" b="1">
                <a:solidFill>
                  <a:srgbClr val="14362D"/>
                </a:solidFill>
                <a:latin typeface="Helvetica Neue"/>
                <a:ea typeface="Helvetica Neue"/>
                <a:cs typeface="Helvetica Neue"/>
              </a:rPr>
              <a:t>Open page</a:t>
            </a:r>
          </a:p>
        </p:txBody>
      </p:sp>
      <p:sp>
        <p:nvSpPr>
          <p:cNvPr id="7" name="">
            <a:extLst xmlns:a="http://schemas.openxmlformats.org/drawingml/2006/main">
              <a:ext uri="{FF2B5EF4-FFF2-40B4-BE49-F238E27FC236}">
                <a16:creationId xmlns:a16="http://schemas.microsoft.com/office/drawing/2014/main" id="{219BFB00-E39F-4705-BAD1-2041DDE383EA}"/>
              </a:ext>
            </a:extLst>
          </p:cNvPr>
          <p:cNvSpPr>
            <a:spLocks xmlns:a="http://schemas.openxmlformats.org/drawingml/2006/main" noGrp="1"/>
          </p:cNvSpPr>
          <p:nvPr/>
        </p:nvSpPr>
        <p:spPr>
          <a:xfrm xmlns:a="http://schemas.openxmlformats.org/drawingml/2006/main">
            <a:off x="2990850" y="2505075"/>
            <a:ext cx="381000" cy="28575"/>
          </a:xfrm>
          <a:prstGeom xmlns:a="http://schemas.openxmlformats.org/drawingml/2006/main" prst="rect">
            <a:avLst/>
          </a:prstGeom>
          <a:solidFill xmlns:a="http://schemas.openxmlformats.org/drawingml/2006/main">
            <a:srgbClr val="D6AE61"/>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FBF7119-C4A2-438B-A01A-847FCE1B9AF2}"/>
              </a:ext>
            </a:extLst>
          </p:cNvPr>
          <p:cNvSpPr>
            <a:spLocks xmlns:a="http://schemas.openxmlformats.org/drawingml/2006/main" noGrp="1"/>
          </p:cNvSpPr>
          <p:nvPr/>
        </p:nvSpPr>
        <p:spPr>
          <a:xfrm xmlns:a="http://schemas.openxmlformats.org/drawingml/2006/main">
            <a:off x="3438525" y="2105025"/>
            <a:ext cx="2286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4050" b="1">
                <a:solidFill>
                  <a:srgbClr val="2F7760"/>
                </a:solidFill>
                <a:latin typeface="Helvetica Neue"/>
                <a:ea typeface="Helvetica Neue"/>
                <a:cs typeface="Helvetica Neue"/>
              </a:defRPr>
            </a:defPPr>
            <a:lvl1pPr>
              <a:defRPr sz="4050" b="1">
                <a:solidFill>
                  <a:srgbClr val="2F7760"/>
                </a:solidFill>
                <a:latin typeface="Helvetica Neue"/>
                <a:ea typeface="Helvetica Neue"/>
                <a:cs typeface="Helvetica Neue"/>
              </a:defRPr>
            </a:lvl1pPr>
            <a:lvl2pPr>
              <a:defRPr sz="4050" b="1">
                <a:solidFill>
                  <a:srgbClr val="2F7760"/>
                </a:solidFill>
                <a:latin typeface="Helvetica Neue"/>
                <a:ea typeface="Helvetica Neue"/>
                <a:cs typeface="Helvetica Neue"/>
              </a:defRPr>
            </a:lvl2pPr>
            <a:lvl3pPr>
              <a:defRPr sz="4050" b="1">
                <a:solidFill>
                  <a:srgbClr val="2F7760"/>
                </a:solidFill>
                <a:latin typeface="Helvetica Neue"/>
                <a:ea typeface="Helvetica Neue"/>
                <a:cs typeface="Helvetica Neue"/>
              </a:defRPr>
            </a:lvl3pPr>
            <a:lvl4pPr>
              <a:defRPr sz="4050" b="1">
                <a:solidFill>
                  <a:srgbClr val="2F7760"/>
                </a:solidFill>
                <a:latin typeface="Helvetica Neue"/>
                <a:ea typeface="Helvetica Neue"/>
                <a:cs typeface="Helvetica Neue"/>
              </a:defRPr>
            </a:lvl4pPr>
            <a:lvl5pPr>
              <a:defRPr sz="4050" b="1">
                <a:solidFill>
                  <a:srgbClr val="2F7760"/>
                </a:solidFill>
                <a:latin typeface="Helvetica Neue"/>
                <a:ea typeface="Helvetica Neue"/>
                <a:cs typeface="Helvetica Neue"/>
              </a:defRPr>
            </a:lvl5pPr>
            <a:lvl6pPr>
              <a:defRPr sz="4050" b="1">
                <a:solidFill>
                  <a:srgbClr val="2F7760"/>
                </a:solidFill>
                <a:latin typeface="Helvetica Neue"/>
                <a:ea typeface="Helvetica Neue"/>
                <a:cs typeface="Helvetica Neue"/>
              </a:defRPr>
            </a:lvl6pPr>
            <a:lvl7pPr>
              <a:defRPr sz="4050" b="1">
                <a:solidFill>
                  <a:srgbClr val="2F7760"/>
                </a:solidFill>
                <a:latin typeface="Helvetica Neue"/>
                <a:ea typeface="Helvetica Neue"/>
                <a:cs typeface="Helvetica Neue"/>
              </a:defRPr>
            </a:lvl7pPr>
            <a:lvl8pPr>
              <a:defRPr sz="4050" b="1">
                <a:solidFill>
                  <a:srgbClr val="2F7760"/>
                </a:solidFill>
                <a:latin typeface="Helvetica Neue"/>
                <a:ea typeface="Helvetica Neue"/>
                <a:cs typeface="Helvetica Neue"/>
              </a:defRPr>
            </a:lvl8pPr>
            <a:lvl9pPr>
              <a:defRPr sz="4050" b="1">
                <a:solidFill>
                  <a:srgbClr val="2F7760"/>
                </a:solidFill>
                <a:latin typeface="Helvetica Neue"/>
                <a:ea typeface="Helvetica Neue"/>
                <a:cs typeface="Helvetica Neue"/>
              </a:defRPr>
            </a:lvl9pPr>
          </a:lstStyle>
          <a:p xmlns:a="http://schemas.openxmlformats.org/drawingml/2006/main">
            <a:pPr>
              <a:defRPr sz="4050" b="1">
                <a:solidFill>
                  <a:srgbClr val="2F7760"/>
                </a:solidFill>
                <a:latin typeface="Helvetica Neue"/>
                <a:ea typeface="Helvetica Neue"/>
                <a:cs typeface="Helvetica Neue"/>
              </a:defRPr>
            </a:pPr>
            <a:r>
              <a:rPr sz="4050" b="1">
                <a:solidFill>
                  <a:srgbClr val="2F7760"/>
                </a:solidFill>
                <a:latin typeface="Helvetica Neue"/>
                <a:ea typeface="Helvetica Neue"/>
                <a:cs typeface="Helvetica Neue"/>
              </a:rPr>
              <a:t>02</a:t>
            </a:r>
          </a:p>
        </p:txBody>
      </p:sp>
      <p:sp>
        <p:nvSpPr>
          <p:cNvPr id="9" name="">
            <a:extLst xmlns:a="http://schemas.openxmlformats.org/drawingml/2006/main">
              <a:ext uri="{FF2B5EF4-FFF2-40B4-BE49-F238E27FC236}">
                <a16:creationId xmlns:a16="http://schemas.microsoft.com/office/drawing/2014/main" id="{4D4F475E-CADB-430F-9B30-51F00BA24C64}"/>
              </a:ext>
            </a:extLst>
          </p:cNvPr>
          <p:cNvSpPr>
            <a:spLocks xmlns:a="http://schemas.openxmlformats.org/drawingml/2006/main" noGrp="1"/>
          </p:cNvSpPr>
          <p:nvPr/>
        </p:nvSpPr>
        <p:spPr>
          <a:xfrm xmlns:a="http://schemas.openxmlformats.org/drawingml/2006/main">
            <a:off x="3438525" y="3048000"/>
            <a:ext cx="24193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025" b="1">
                <a:solidFill>
                  <a:srgbClr val="14362D"/>
                </a:solidFill>
                <a:latin typeface="Helvetica Neue"/>
                <a:ea typeface="Helvetica Neue"/>
                <a:cs typeface="Helvetica Neue"/>
              </a:defRPr>
            </a:defPPr>
            <a:lvl1pPr>
              <a:defRPr sz="2025" b="1">
                <a:solidFill>
                  <a:srgbClr val="14362D"/>
                </a:solidFill>
                <a:latin typeface="Helvetica Neue"/>
                <a:ea typeface="Helvetica Neue"/>
                <a:cs typeface="Helvetica Neue"/>
              </a:defRPr>
            </a:lvl1pPr>
            <a:lvl2pPr>
              <a:defRPr sz="2025" b="1">
                <a:solidFill>
                  <a:srgbClr val="14362D"/>
                </a:solidFill>
                <a:latin typeface="Helvetica Neue"/>
                <a:ea typeface="Helvetica Neue"/>
                <a:cs typeface="Helvetica Neue"/>
              </a:defRPr>
            </a:lvl2pPr>
            <a:lvl3pPr>
              <a:defRPr sz="2025" b="1">
                <a:solidFill>
                  <a:srgbClr val="14362D"/>
                </a:solidFill>
                <a:latin typeface="Helvetica Neue"/>
                <a:ea typeface="Helvetica Neue"/>
                <a:cs typeface="Helvetica Neue"/>
              </a:defRPr>
            </a:lvl3pPr>
            <a:lvl4pPr>
              <a:defRPr sz="2025" b="1">
                <a:solidFill>
                  <a:srgbClr val="14362D"/>
                </a:solidFill>
                <a:latin typeface="Helvetica Neue"/>
                <a:ea typeface="Helvetica Neue"/>
                <a:cs typeface="Helvetica Neue"/>
              </a:defRPr>
            </a:lvl4pPr>
            <a:lvl5pPr>
              <a:defRPr sz="2025" b="1">
                <a:solidFill>
                  <a:srgbClr val="14362D"/>
                </a:solidFill>
                <a:latin typeface="Helvetica Neue"/>
                <a:ea typeface="Helvetica Neue"/>
                <a:cs typeface="Helvetica Neue"/>
              </a:defRPr>
            </a:lvl5pPr>
            <a:lvl6pPr>
              <a:defRPr sz="2025" b="1">
                <a:solidFill>
                  <a:srgbClr val="14362D"/>
                </a:solidFill>
                <a:latin typeface="Helvetica Neue"/>
                <a:ea typeface="Helvetica Neue"/>
                <a:cs typeface="Helvetica Neue"/>
              </a:defRPr>
            </a:lvl6pPr>
            <a:lvl7pPr>
              <a:defRPr sz="2025" b="1">
                <a:solidFill>
                  <a:srgbClr val="14362D"/>
                </a:solidFill>
                <a:latin typeface="Helvetica Neue"/>
                <a:ea typeface="Helvetica Neue"/>
                <a:cs typeface="Helvetica Neue"/>
              </a:defRPr>
            </a:lvl7pPr>
            <a:lvl8pPr>
              <a:defRPr sz="2025" b="1">
                <a:solidFill>
                  <a:srgbClr val="14362D"/>
                </a:solidFill>
                <a:latin typeface="Helvetica Neue"/>
                <a:ea typeface="Helvetica Neue"/>
                <a:cs typeface="Helvetica Neue"/>
              </a:defRPr>
            </a:lvl8pPr>
            <a:lvl9pPr>
              <a:defRPr sz="2025" b="1">
                <a:solidFill>
                  <a:srgbClr val="14362D"/>
                </a:solidFill>
                <a:latin typeface="Helvetica Neue"/>
                <a:ea typeface="Helvetica Neue"/>
                <a:cs typeface="Helvetica Neue"/>
              </a:defRPr>
            </a:lvl9pPr>
          </a:lstStyle>
          <a:p xmlns:a="http://schemas.openxmlformats.org/drawingml/2006/main">
            <a:pPr>
              <a:defRPr sz="2025" b="1">
                <a:solidFill>
                  <a:srgbClr val="14362D"/>
                </a:solidFill>
                <a:latin typeface="Helvetica Neue"/>
                <a:ea typeface="Helvetica Neue"/>
                <a:cs typeface="Helvetica Neue"/>
              </a:defRPr>
            </a:pPr>
            <a:r>
              <a:rPr sz="2025" b="1">
                <a:solidFill>
                  <a:srgbClr val="14362D"/>
                </a:solidFill>
                <a:latin typeface="Helvetica Neue"/>
                <a:ea typeface="Helvetica Neue"/>
                <a:cs typeface="Helvetica Neue"/>
              </a:rPr>
              <a:t>Compose scenario</a:t>
            </a:r>
          </a:p>
        </p:txBody>
      </p:sp>
      <p:sp>
        <p:nvSpPr>
          <p:cNvPr id="10" name="">
            <a:extLst xmlns:a="http://schemas.openxmlformats.org/drawingml/2006/main">
              <a:ext uri="{FF2B5EF4-FFF2-40B4-BE49-F238E27FC236}">
                <a16:creationId xmlns:a16="http://schemas.microsoft.com/office/drawing/2014/main" id="{CFA0561C-CE46-47F9-9EC4-F6ED2D7C8657}"/>
              </a:ext>
            </a:extLst>
          </p:cNvPr>
          <p:cNvSpPr>
            <a:spLocks xmlns:a="http://schemas.openxmlformats.org/drawingml/2006/main" noGrp="1"/>
          </p:cNvSpPr>
          <p:nvPr/>
        </p:nvSpPr>
        <p:spPr>
          <a:xfrm xmlns:a="http://schemas.openxmlformats.org/drawingml/2006/main">
            <a:off x="5819775" y="2505075"/>
            <a:ext cx="381000" cy="28575"/>
          </a:xfrm>
          <a:prstGeom xmlns:a="http://schemas.openxmlformats.org/drawingml/2006/main" prst="rect">
            <a:avLst/>
          </a:prstGeom>
          <a:solidFill xmlns:a="http://schemas.openxmlformats.org/drawingml/2006/main">
            <a:srgbClr val="D6AE6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AE56B319-1AE6-4C68-9E8F-6A30CD698AF5}"/>
              </a:ext>
            </a:extLst>
          </p:cNvPr>
          <p:cNvSpPr>
            <a:spLocks xmlns:a="http://schemas.openxmlformats.org/drawingml/2006/main" noGrp="1"/>
          </p:cNvSpPr>
          <p:nvPr/>
        </p:nvSpPr>
        <p:spPr>
          <a:xfrm xmlns:a="http://schemas.openxmlformats.org/drawingml/2006/main">
            <a:off x="6267450" y="2105025"/>
            <a:ext cx="2286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4050" b="1">
                <a:solidFill>
                  <a:srgbClr val="2F7760"/>
                </a:solidFill>
                <a:latin typeface="Helvetica Neue"/>
                <a:ea typeface="Helvetica Neue"/>
                <a:cs typeface="Helvetica Neue"/>
              </a:defRPr>
            </a:defPPr>
            <a:lvl1pPr>
              <a:defRPr sz="4050" b="1">
                <a:solidFill>
                  <a:srgbClr val="2F7760"/>
                </a:solidFill>
                <a:latin typeface="Helvetica Neue"/>
                <a:ea typeface="Helvetica Neue"/>
                <a:cs typeface="Helvetica Neue"/>
              </a:defRPr>
            </a:lvl1pPr>
            <a:lvl2pPr>
              <a:defRPr sz="4050" b="1">
                <a:solidFill>
                  <a:srgbClr val="2F7760"/>
                </a:solidFill>
                <a:latin typeface="Helvetica Neue"/>
                <a:ea typeface="Helvetica Neue"/>
                <a:cs typeface="Helvetica Neue"/>
              </a:defRPr>
            </a:lvl2pPr>
            <a:lvl3pPr>
              <a:defRPr sz="4050" b="1">
                <a:solidFill>
                  <a:srgbClr val="2F7760"/>
                </a:solidFill>
                <a:latin typeface="Helvetica Neue"/>
                <a:ea typeface="Helvetica Neue"/>
                <a:cs typeface="Helvetica Neue"/>
              </a:defRPr>
            </a:lvl3pPr>
            <a:lvl4pPr>
              <a:defRPr sz="4050" b="1">
                <a:solidFill>
                  <a:srgbClr val="2F7760"/>
                </a:solidFill>
                <a:latin typeface="Helvetica Neue"/>
                <a:ea typeface="Helvetica Neue"/>
                <a:cs typeface="Helvetica Neue"/>
              </a:defRPr>
            </a:lvl4pPr>
            <a:lvl5pPr>
              <a:defRPr sz="4050" b="1">
                <a:solidFill>
                  <a:srgbClr val="2F7760"/>
                </a:solidFill>
                <a:latin typeface="Helvetica Neue"/>
                <a:ea typeface="Helvetica Neue"/>
                <a:cs typeface="Helvetica Neue"/>
              </a:defRPr>
            </a:lvl5pPr>
            <a:lvl6pPr>
              <a:defRPr sz="4050" b="1">
                <a:solidFill>
                  <a:srgbClr val="2F7760"/>
                </a:solidFill>
                <a:latin typeface="Helvetica Neue"/>
                <a:ea typeface="Helvetica Neue"/>
                <a:cs typeface="Helvetica Neue"/>
              </a:defRPr>
            </a:lvl6pPr>
            <a:lvl7pPr>
              <a:defRPr sz="4050" b="1">
                <a:solidFill>
                  <a:srgbClr val="2F7760"/>
                </a:solidFill>
                <a:latin typeface="Helvetica Neue"/>
                <a:ea typeface="Helvetica Neue"/>
                <a:cs typeface="Helvetica Neue"/>
              </a:defRPr>
            </a:lvl7pPr>
            <a:lvl8pPr>
              <a:defRPr sz="4050" b="1">
                <a:solidFill>
                  <a:srgbClr val="2F7760"/>
                </a:solidFill>
                <a:latin typeface="Helvetica Neue"/>
                <a:ea typeface="Helvetica Neue"/>
                <a:cs typeface="Helvetica Neue"/>
              </a:defRPr>
            </a:lvl8pPr>
            <a:lvl9pPr>
              <a:defRPr sz="4050" b="1">
                <a:solidFill>
                  <a:srgbClr val="2F7760"/>
                </a:solidFill>
                <a:latin typeface="Helvetica Neue"/>
                <a:ea typeface="Helvetica Neue"/>
                <a:cs typeface="Helvetica Neue"/>
              </a:defRPr>
            </a:lvl9pPr>
          </a:lstStyle>
          <a:p xmlns:a="http://schemas.openxmlformats.org/drawingml/2006/main">
            <a:pPr>
              <a:defRPr sz="4050" b="1">
                <a:solidFill>
                  <a:srgbClr val="2F7760"/>
                </a:solidFill>
                <a:latin typeface="Helvetica Neue"/>
                <a:ea typeface="Helvetica Neue"/>
                <a:cs typeface="Helvetica Neue"/>
              </a:defRPr>
            </a:pPr>
            <a:r>
              <a:rPr sz="4050" b="1">
                <a:solidFill>
                  <a:srgbClr val="2F7760"/>
                </a:solidFill>
                <a:latin typeface="Helvetica Neue"/>
                <a:ea typeface="Helvetica Neue"/>
                <a:cs typeface="Helvetica Neue"/>
              </a:rPr>
              <a:t>03</a:t>
            </a:r>
          </a:p>
        </p:txBody>
      </p:sp>
      <p:sp>
        <p:nvSpPr>
          <p:cNvPr id="12" name="">
            <a:extLst xmlns:a="http://schemas.openxmlformats.org/drawingml/2006/main">
              <a:ext uri="{FF2B5EF4-FFF2-40B4-BE49-F238E27FC236}">
                <a16:creationId xmlns:a16="http://schemas.microsoft.com/office/drawing/2014/main" id="{06881734-3D2A-4893-9E59-0C5F192A5E77}"/>
              </a:ext>
            </a:extLst>
          </p:cNvPr>
          <p:cNvSpPr>
            <a:spLocks xmlns:a="http://schemas.openxmlformats.org/drawingml/2006/main" noGrp="1"/>
          </p:cNvSpPr>
          <p:nvPr/>
        </p:nvSpPr>
        <p:spPr>
          <a:xfrm xmlns:a="http://schemas.openxmlformats.org/drawingml/2006/main">
            <a:off x="6267450" y="3048000"/>
            <a:ext cx="24193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025" b="1">
                <a:solidFill>
                  <a:srgbClr val="14362D"/>
                </a:solidFill>
                <a:latin typeface="Helvetica Neue"/>
                <a:ea typeface="Helvetica Neue"/>
                <a:cs typeface="Helvetica Neue"/>
              </a:defRPr>
            </a:defPPr>
            <a:lvl1pPr>
              <a:defRPr sz="2025" b="1">
                <a:solidFill>
                  <a:srgbClr val="14362D"/>
                </a:solidFill>
                <a:latin typeface="Helvetica Neue"/>
                <a:ea typeface="Helvetica Neue"/>
                <a:cs typeface="Helvetica Neue"/>
              </a:defRPr>
            </a:lvl1pPr>
            <a:lvl2pPr>
              <a:defRPr sz="2025" b="1">
                <a:solidFill>
                  <a:srgbClr val="14362D"/>
                </a:solidFill>
                <a:latin typeface="Helvetica Neue"/>
                <a:ea typeface="Helvetica Neue"/>
                <a:cs typeface="Helvetica Neue"/>
              </a:defRPr>
            </a:lvl2pPr>
            <a:lvl3pPr>
              <a:defRPr sz="2025" b="1">
                <a:solidFill>
                  <a:srgbClr val="14362D"/>
                </a:solidFill>
                <a:latin typeface="Helvetica Neue"/>
                <a:ea typeface="Helvetica Neue"/>
                <a:cs typeface="Helvetica Neue"/>
              </a:defRPr>
            </a:lvl3pPr>
            <a:lvl4pPr>
              <a:defRPr sz="2025" b="1">
                <a:solidFill>
                  <a:srgbClr val="14362D"/>
                </a:solidFill>
                <a:latin typeface="Helvetica Neue"/>
                <a:ea typeface="Helvetica Neue"/>
                <a:cs typeface="Helvetica Neue"/>
              </a:defRPr>
            </a:lvl4pPr>
            <a:lvl5pPr>
              <a:defRPr sz="2025" b="1">
                <a:solidFill>
                  <a:srgbClr val="14362D"/>
                </a:solidFill>
                <a:latin typeface="Helvetica Neue"/>
                <a:ea typeface="Helvetica Neue"/>
                <a:cs typeface="Helvetica Neue"/>
              </a:defRPr>
            </a:lvl5pPr>
            <a:lvl6pPr>
              <a:defRPr sz="2025" b="1">
                <a:solidFill>
                  <a:srgbClr val="14362D"/>
                </a:solidFill>
                <a:latin typeface="Helvetica Neue"/>
                <a:ea typeface="Helvetica Neue"/>
                <a:cs typeface="Helvetica Neue"/>
              </a:defRPr>
            </a:lvl6pPr>
            <a:lvl7pPr>
              <a:defRPr sz="2025" b="1">
                <a:solidFill>
                  <a:srgbClr val="14362D"/>
                </a:solidFill>
                <a:latin typeface="Helvetica Neue"/>
                <a:ea typeface="Helvetica Neue"/>
                <a:cs typeface="Helvetica Neue"/>
              </a:defRPr>
            </a:lvl7pPr>
            <a:lvl8pPr>
              <a:defRPr sz="2025" b="1">
                <a:solidFill>
                  <a:srgbClr val="14362D"/>
                </a:solidFill>
                <a:latin typeface="Helvetica Neue"/>
                <a:ea typeface="Helvetica Neue"/>
                <a:cs typeface="Helvetica Neue"/>
              </a:defRPr>
            </a:lvl8pPr>
            <a:lvl9pPr>
              <a:defRPr sz="2025" b="1">
                <a:solidFill>
                  <a:srgbClr val="14362D"/>
                </a:solidFill>
                <a:latin typeface="Helvetica Neue"/>
                <a:ea typeface="Helvetica Neue"/>
                <a:cs typeface="Helvetica Neue"/>
              </a:defRPr>
            </a:lvl9pPr>
          </a:lstStyle>
          <a:p xmlns:a="http://schemas.openxmlformats.org/drawingml/2006/main">
            <a:pPr>
              <a:defRPr sz="2025" b="1">
                <a:solidFill>
                  <a:srgbClr val="14362D"/>
                </a:solidFill>
                <a:latin typeface="Helvetica Neue"/>
                <a:ea typeface="Helvetica Neue"/>
                <a:cs typeface="Helvetica Neue"/>
              </a:defRPr>
            </a:pPr>
            <a:r>
              <a:rPr sz="2025" b="1">
                <a:solidFill>
                  <a:srgbClr val="14362D"/>
                </a:solidFill>
                <a:latin typeface="Helvetica Neue"/>
                <a:ea typeface="Helvetica Neue"/>
                <a:cs typeface="Helvetica Neue"/>
              </a:rPr>
              <a:t>Generate clip</a:t>
            </a:r>
          </a:p>
        </p:txBody>
      </p:sp>
      <p:sp>
        <p:nvSpPr>
          <p:cNvPr id="13" name="">
            <a:extLst xmlns:a="http://schemas.openxmlformats.org/drawingml/2006/main">
              <a:ext uri="{FF2B5EF4-FFF2-40B4-BE49-F238E27FC236}">
                <a16:creationId xmlns:a16="http://schemas.microsoft.com/office/drawing/2014/main" id="{7E6EFAAD-FF46-49FD-9471-CBFE54D32ED6}"/>
              </a:ext>
            </a:extLst>
          </p:cNvPr>
          <p:cNvSpPr>
            <a:spLocks xmlns:a="http://schemas.openxmlformats.org/drawingml/2006/main" noGrp="1"/>
          </p:cNvSpPr>
          <p:nvPr/>
        </p:nvSpPr>
        <p:spPr>
          <a:xfrm xmlns:a="http://schemas.openxmlformats.org/drawingml/2006/main">
            <a:off x="8648700" y="2505075"/>
            <a:ext cx="381000" cy="28575"/>
          </a:xfrm>
          <a:prstGeom xmlns:a="http://schemas.openxmlformats.org/drawingml/2006/main" prst="rect">
            <a:avLst/>
          </a:prstGeom>
          <a:solidFill xmlns:a="http://schemas.openxmlformats.org/drawingml/2006/main">
            <a:srgbClr val="D6AE61"/>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CE374A9C-A62E-4C97-B379-3CEFD1A7352B}"/>
              </a:ext>
            </a:extLst>
          </p:cNvPr>
          <p:cNvSpPr>
            <a:spLocks xmlns:a="http://schemas.openxmlformats.org/drawingml/2006/main" noGrp="1"/>
          </p:cNvSpPr>
          <p:nvPr/>
        </p:nvSpPr>
        <p:spPr>
          <a:xfrm xmlns:a="http://schemas.openxmlformats.org/drawingml/2006/main">
            <a:off x="9096375" y="2105025"/>
            <a:ext cx="2286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4050" b="1">
                <a:solidFill>
                  <a:srgbClr val="2F7760"/>
                </a:solidFill>
                <a:latin typeface="Helvetica Neue"/>
                <a:ea typeface="Helvetica Neue"/>
                <a:cs typeface="Helvetica Neue"/>
              </a:defRPr>
            </a:defPPr>
            <a:lvl1pPr>
              <a:defRPr sz="4050" b="1">
                <a:solidFill>
                  <a:srgbClr val="2F7760"/>
                </a:solidFill>
                <a:latin typeface="Helvetica Neue"/>
                <a:ea typeface="Helvetica Neue"/>
                <a:cs typeface="Helvetica Neue"/>
              </a:defRPr>
            </a:lvl1pPr>
            <a:lvl2pPr>
              <a:defRPr sz="4050" b="1">
                <a:solidFill>
                  <a:srgbClr val="2F7760"/>
                </a:solidFill>
                <a:latin typeface="Helvetica Neue"/>
                <a:ea typeface="Helvetica Neue"/>
                <a:cs typeface="Helvetica Neue"/>
              </a:defRPr>
            </a:lvl2pPr>
            <a:lvl3pPr>
              <a:defRPr sz="4050" b="1">
                <a:solidFill>
                  <a:srgbClr val="2F7760"/>
                </a:solidFill>
                <a:latin typeface="Helvetica Neue"/>
                <a:ea typeface="Helvetica Neue"/>
                <a:cs typeface="Helvetica Neue"/>
              </a:defRPr>
            </a:lvl3pPr>
            <a:lvl4pPr>
              <a:defRPr sz="4050" b="1">
                <a:solidFill>
                  <a:srgbClr val="2F7760"/>
                </a:solidFill>
                <a:latin typeface="Helvetica Neue"/>
                <a:ea typeface="Helvetica Neue"/>
                <a:cs typeface="Helvetica Neue"/>
              </a:defRPr>
            </a:lvl4pPr>
            <a:lvl5pPr>
              <a:defRPr sz="4050" b="1">
                <a:solidFill>
                  <a:srgbClr val="2F7760"/>
                </a:solidFill>
                <a:latin typeface="Helvetica Neue"/>
                <a:ea typeface="Helvetica Neue"/>
                <a:cs typeface="Helvetica Neue"/>
              </a:defRPr>
            </a:lvl5pPr>
            <a:lvl6pPr>
              <a:defRPr sz="4050" b="1">
                <a:solidFill>
                  <a:srgbClr val="2F7760"/>
                </a:solidFill>
                <a:latin typeface="Helvetica Neue"/>
                <a:ea typeface="Helvetica Neue"/>
                <a:cs typeface="Helvetica Neue"/>
              </a:defRPr>
            </a:lvl6pPr>
            <a:lvl7pPr>
              <a:defRPr sz="4050" b="1">
                <a:solidFill>
                  <a:srgbClr val="2F7760"/>
                </a:solidFill>
                <a:latin typeface="Helvetica Neue"/>
                <a:ea typeface="Helvetica Neue"/>
                <a:cs typeface="Helvetica Neue"/>
              </a:defRPr>
            </a:lvl7pPr>
            <a:lvl8pPr>
              <a:defRPr sz="4050" b="1">
                <a:solidFill>
                  <a:srgbClr val="2F7760"/>
                </a:solidFill>
                <a:latin typeface="Helvetica Neue"/>
                <a:ea typeface="Helvetica Neue"/>
                <a:cs typeface="Helvetica Neue"/>
              </a:defRPr>
            </a:lvl8pPr>
            <a:lvl9pPr>
              <a:defRPr sz="4050" b="1">
                <a:solidFill>
                  <a:srgbClr val="2F7760"/>
                </a:solidFill>
                <a:latin typeface="Helvetica Neue"/>
                <a:ea typeface="Helvetica Neue"/>
                <a:cs typeface="Helvetica Neue"/>
              </a:defRPr>
            </a:lvl9pPr>
          </a:lstStyle>
          <a:p xmlns:a="http://schemas.openxmlformats.org/drawingml/2006/main">
            <a:pPr>
              <a:defRPr sz="4050" b="1">
                <a:solidFill>
                  <a:srgbClr val="2F7760"/>
                </a:solidFill>
                <a:latin typeface="Helvetica Neue"/>
                <a:ea typeface="Helvetica Neue"/>
                <a:cs typeface="Helvetica Neue"/>
              </a:defRPr>
            </a:pPr>
            <a:r>
              <a:rPr sz="4050" b="1">
                <a:solidFill>
                  <a:srgbClr val="2F7760"/>
                </a:solidFill>
                <a:latin typeface="Helvetica Neue"/>
                <a:ea typeface="Helvetica Neue"/>
                <a:cs typeface="Helvetica Neue"/>
              </a:rPr>
              <a:t>04</a:t>
            </a:r>
          </a:p>
        </p:txBody>
      </p:sp>
      <p:sp>
        <p:nvSpPr>
          <p:cNvPr id="15" name="">
            <a:extLst xmlns:a="http://schemas.openxmlformats.org/drawingml/2006/main">
              <a:ext uri="{FF2B5EF4-FFF2-40B4-BE49-F238E27FC236}">
                <a16:creationId xmlns:a16="http://schemas.microsoft.com/office/drawing/2014/main" id="{3E4A217F-AC53-424F-A5FA-31BCAE0AD212}"/>
              </a:ext>
            </a:extLst>
          </p:cNvPr>
          <p:cNvSpPr>
            <a:spLocks xmlns:a="http://schemas.openxmlformats.org/drawingml/2006/main" noGrp="1"/>
          </p:cNvSpPr>
          <p:nvPr/>
        </p:nvSpPr>
        <p:spPr>
          <a:xfrm xmlns:a="http://schemas.openxmlformats.org/drawingml/2006/main">
            <a:off x="9096375" y="3048000"/>
            <a:ext cx="24193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025" b="1">
                <a:solidFill>
                  <a:srgbClr val="14362D"/>
                </a:solidFill>
                <a:latin typeface="Helvetica Neue"/>
                <a:ea typeface="Helvetica Neue"/>
                <a:cs typeface="Helvetica Neue"/>
              </a:defRPr>
            </a:defPPr>
            <a:lvl1pPr>
              <a:defRPr sz="2025" b="1">
                <a:solidFill>
                  <a:srgbClr val="14362D"/>
                </a:solidFill>
                <a:latin typeface="Helvetica Neue"/>
                <a:ea typeface="Helvetica Neue"/>
                <a:cs typeface="Helvetica Neue"/>
              </a:defRPr>
            </a:lvl1pPr>
            <a:lvl2pPr>
              <a:defRPr sz="2025" b="1">
                <a:solidFill>
                  <a:srgbClr val="14362D"/>
                </a:solidFill>
                <a:latin typeface="Helvetica Neue"/>
                <a:ea typeface="Helvetica Neue"/>
                <a:cs typeface="Helvetica Neue"/>
              </a:defRPr>
            </a:lvl2pPr>
            <a:lvl3pPr>
              <a:defRPr sz="2025" b="1">
                <a:solidFill>
                  <a:srgbClr val="14362D"/>
                </a:solidFill>
                <a:latin typeface="Helvetica Neue"/>
                <a:ea typeface="Helvetica Neue"/>
                <a:cs typeface="Helvetica Neue"/>
              </a:defRPr>
            </a:lvl3pPr>
            <a:lvl4pPr>
              <a:defRPr sz="2025" b="1">
                <a:solidFill>
                  <a:srgbClr val="14362D"/>
                </a:solidFill>
                <a:latin typeface="Helvetica Neue"/>
                <a:ea typeface="Helvetica Neue"/>
                <a:cs typeface="Helvetica Neue"/>
              </a:defRPr>
            </a:lvl4pPr>
            <a:lvl5pPr>
              <a:defRPr sz="2025" b="1">
                <a:solidFill>
                  <a:srgbClr val="14362D"/>
                </a:solidFill>
                <a:latin typeface="Helvetica Neue"/>
                <a:ea typeface="Helvetica Neue"/>
                <a:cs typeface="Helvetica Neue"/>
              </a:defRPr>
            </a:lvl5pPr>
            <a:lvl6pPr>
              <a:defRPr sz="2025" b="1">
                <a:solidFill>
                  <a:srgbClr val="14362D"/>
                </a:solidFill>
                <a:latin typeface="Helvetica Neue"/>
                <a:ea typeface="Helvetica Neue"/>
                <a:cs typeface="Helvetica Neue"/>
              </a:defRPr>
            </a:lvl6pPr>
            <a:lvl7pPr>
              <a:defRPr sz="2025" b="1">
                <a:solidFill>
                  <a:srgbClr val="14362D"/>
                </a:solidFill>
                <a:latin typeface="Helvetica Neue"/>
                <a:ea typeface="Helvetica Neue"/>
                <a:cs typeface="Helvetica Neue"/>
              </a:defRPr>
            </a:lvl7pPr>
            <a:lvl8pPr>
              <a:defRPr sz="2025" b="1">
                <a:solidFill>
                  <a:srgbClr val="14362D"/>
                </a:solidFill>
                <a:latin typeface="Helvetica Neue"/>
                <a:ea typeface="Helvetica Neue"/>
                <a:cs typeface="Helvetica Neue"/>
              </a:defRPr>
            </a:lvl8pPr>
            <a:lvl9pPr>
              <a:defRPr sz="2025" b="1">
                <a:solidFill>
                  <a:srgbClr val="14362D"/>
                </a:solidFill>
                <a:latin typeface="Helvetica Neue"/>
                <a:ea typeface="Helvetica Neue"/>
                <a:cs typeface="Helvetica Neue"/>
              </a:defRPr>
            </a:lvl9pPr>
          </a:lstStyle>
          <a:p xmlns:a="http://schemas.openxmlformats.org/drawingml/2006/main">
            <a:pPr>
              <a:defRPr sz="2025" b="1">
                <a:solidFill>
                  <a:srgbClr val="14362D"/>
                </a:solidFill>
                <a:latin typeface="Helvetica Neue"/>
                <a:ea typeface="Helvetica Neue"/>
                <a:cs typeface="Helvetica Neue"/>
              </a:defRPr>
            </a:pPr>
            <a:r>
              <a:rPr sz="2025" b="1">
                <a:solidFill>
                  <a:srgbClr val="14362D"/>
                </a:solidFill>
                <a:latin typeface="Helvetica Neue"/>
                <a:ea typeface="Helvetica Neue"/>
                <a:cs typeface="Helvetica Neue"/>
              </a:rPr>
              <a:t>Play new result</a:t>
            </a:r>
          </a:p>
        </p:txBody>
      </p:sp>
      <p:sp>
        <p:nvSpPr>
          <p:cNvPr id="16" name="">
            <a:extLst xmlns:a="http://schemas.openxmlformats.org/drawingml/2006/main">
              <a:ext uri="{FF2B5EF4-FFF2-40B4-BE49-F238E27FC236}">
                <a16:creationId xmlns:a16="http://schemas.microsoft.com/office/drawing/2014/main" id="{82C71F49-5BD5-495B-A614-0DDA08F46BE6}"/>
              </a:ext>
            </a:extLst>
          </p:cNvPr>
          <p:cNvSpPr>
            <a:spLocks xmlns:a="http://schemas.openxmlformats.org/drawingml/2006/main" noGrp="1"/>
          </p:cNvSpPr>
          <p:nvPr/>
        </p:nvSpPr>
        <p:spPr>
          <a:xfrm xmlns:a="http://schemas.openxmlformats.org/drawingml/2006/main">
            <a:off x="609600" y="4419600"/>
            <a:ext cx="10906125"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175" b="0">
                <a:solidFill>
                  <a:srgbClr val="14362D"/>
                </a:solidFill>
                <a:latin typeface="Helvetica Neue"/>
                <a:ea typeface="Helvetica Neue"/>
                <a:cs typeface="Helvetica Neue"/>
              </a:defRPr>
            </a:defPPr>
            <a:lvl1pPr>
              <a:defRPr sz="2175" b="0">
                <a:solidFill>
                  <a:srgbClr val="14362D"/>
                </a:solidFill>
                <a:latin typeface="Helvetica Neue"/>
                <a:ea typeface="Helvetica Neue"/>
                <a:cs typeface="Helvetica Neue"/>
              </a:defRPr>
            </a:lvl1pPr>
            <a:lvl2pPr>
              <a:defRPr sz="2175" b="0">
                <a:solidFill>
                  <a:srgbClr val="14362D"/>
                </a:solidFill>
                <a:latin typeface="Helvetica Neue"/>
                <a:ea typeface="Helvetica Neue"/>
                <a:cs typeface="Helvetica Neue"/>
              </a:defRPr>
            </a:lvl2pPr>
            <a:lvl3pPr>
              <a:defRPr sz="2175" b="0">
                <a:solidFill>
                  <a:srgbClr val="14362D"/>
                </a:solidFill>
                <a:latin typeface="Helvetica Neue"/>
                <a:ea typeface="Helvetica Neue"/>
                <a:cs typeface="Helvetica Neue"/>
              </a:defRPr>
            </a:lvl3pPr>
            <a:lvl4pPr>
              <a:defRPr sz="2175" b="0">
                <a:solidFill>
                  <a:srgbClr val="14362D"/>
                </a:solidFill>
                <a:latin typeface="Helvetica Neue"/>
                <a:ea typeface="Helvetica Neue"/>
                <a:cs typeface="Helvetica Neue"/>
              </a:defRPr>
            </a:lvl4pPr>
            <a:lvl5pPr>
              <a:defRPr sz="2175" b="0">
                <a:solidFill>
                  <a:srgbClr val="14362D"/>
                </a:solidFill>
                <a:latin typeface="Helvetica Neue"/>
                <a:ea typeface="Helvetica Neue"/>
                <a:cs typeface="Helvetica Neue"/>
              </a:defRPr>
            </a:lvl5pPr>
            <a:lvl6pPr>
              <a:defRPr sz="2175" b="0">
                <a:solidFill>
                  <a:srgbClr val="14362D"/>
                </a:solidFill>
                <a:latin typeface="Helvetica Neue"/>
                <a:ea typeface="Helvetica Neue"/>
                <a:cs typeface="Helvetica Neue"/>
              </a:defRPr>
            </a:lvl6pPr>
            <a:lvl7pPr>
              <a:defRPr sz="2175" b="0">
                <a:solidFill>
                  <a:srgbClr val="14362D"/>
                </a:solidFill>
                <a:latin typeface="Helvetica Neue"/>
                <a:ea typeface="Helvetica Neue"/>
                <a:cs typeface="Helvetica Neue"/>
              </a:defRPr>
            </a:lvl7pPr>
            <a:lvl8pPr>
              <a:defRPr sz="2175" b="0">
                <a:solidFill>
                  <a:srgbClr val="14362D"/>
                </a:solidFill>
                <a:latin typeface="Helvetica Neue"/>
                <a:ea typeface="Helvetica Neue"/>
                <a:cs typeface="Helvetica Neue"/>
              </a:defRPr>
            </a:lvl8pPr>
            <a:lvl9pPr>
              <a:defRPr sz="2175" b="0">
                <a:solidFill>
                  <a:srgbClr val="14362D"/>
                </a:solidFill>
                <a:latin typeface="Helvetica Neue"/>
                <a:ea typeface="Helvetica Neue"/>
                <a:cs typeface="Helvetica Neue"/>
              </a:defRPr>
            </a:lvl9pPr>
          </a:lstStyle>
          <a:p xmlns:a="http://schemas.openxmlformats.org/drawingml/2006/main">
            <a:pPr>
              <a:defRPr sz="2175" b="0">
                <a:solidFill>
                  <a:srgbClr val="14362D"/>
                </a:solidFill>
                <a:latin typeface="Helvetica Neue"/>
                <a:ea typeface="Helvetica Neue"/>
                <a:cs typeface="Helvetica Neue"/>
              </a:defRPr>
            </a:pPr>
            <a:r>
              <a:rPr sz="2175" b="0">
                <a:solidFill>
                  <a:srgbClr val="14362D"/>
                </a:solidFill>
                <a:latin typeface="Helvetica Neue"/>
                <a:ea typeface="Helvetica Neue"/>
                <a:cs typeface="Helvetica Neue"/>
              </a:rPr>
              <a:t>World settings + eligible subjects + time + climate + reference images</a:t>
            </a:r>
          </a:p>
        </p:txBody>
      </p:sp>
      <p:sp>
        <p:nvSpPr>
          <p:cNvPr id="17" name="">
            <a:extLst xmlns:a="http://schemas.openxmlformats.org/drawingml/2006/main">
              <a:ext uri="{FF2B5EF4-FFF2-40B4-BE49-F238E27FC236}">
                <a16:creationId xmlns:a16="http://schemas.microsoft.com/office/drawing/2014/main" id="{DACDE0C6-4793-41D6-98CB-CFFF30F9EC57}"/>
              </a:ext>
            </a:extLst>
          </p:cNvPr>
          <p:cNvSpPr>
            <a:spLocks xmlns:a="http://schemas.openxmlformats.org/drawingml/2006/main" noGrp="1"/>
          </p:cNvSpPr>
          <p:nvPr/>
        </p:nvSpPr>
        <p:spPr>
          <a:xfrm xmlns:a="http://schemas.openxmlformats.org/drawingml/2006/main">
            <a:off x="609600" y="5562600"/>
            <a:ext cx="1090612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800" b="0">
                <a:solidFill>
                  <a:srgbClr val="50665B"/>
                </a:solidFill>
                <a:latin typeface="Helvetica Neue"/>
                <a:ea typeface="Helvetica Neue"/>
                <a:cs typeface="Helvetica Neue"/>
              </a:defRPr>
            </a:defPPr>
            <a:lvl1pPr>
              <a:defRPr sz="1800" b="0">
                <a:solidFill>
                  <a:srgbClr val="50665B"/>
                </a:solidFill>
                <a:latin typeface="Helvetica Neue"/>
                <a:ea typeface="Helvetica Neue"/>
                <a:cs typeface="Helvetica Neue"/>
              </a:defRPr>
            </a:lvl1pPr>
            <a:lvl2pPr>
              <a:defRPr sz="1800" b="0">
                <a:solidFill>
                  <a:srgbClr val="50665B"/>
                </a:solidFill>
                <a:latin typeface="Helvetica Neue"/>
                <a:ea typeface="Helvetica Neue"/>
                <a:cs typeface="Helvetica Neue"/>
              </a:defRPr>
            </a:lvl2pPr>
            <a:lvl3pPr>
              <a:defRPr sz="1800" b="0">
                <a:solidFill>
                  <a:srgbClr val="50665B"/>
                </a:solidFill>
                <a:latin typeface="Helvetica Neue"/>
                <a:ea typeface="Helvetica Neue"/>
                <a:cs typeface="Helvetica Neue"/>
              </a:defRPr>
            </a:lvl3pPr>
            <a:lvl4pPr>
              <a:defRPr sz="1800" b="0">
                <a:solidFill>
                  <a:srgbClr val="50665B"/>
                </a:solidFill>
                <a:latin typeface="Helvetica Neue"/>
                <a:ea typeface="Helvetica Neue"/>
                <a:cs typeface="Helvetica Neue"/>
              </a:defRPr>
            </a:lvl4pPr>
            <a:lvl5pPr>
              <a:defRPr sz="1800" b="0">
                <a:solidFill>
                  <a:srgbClr val="50665B"/>
                </a:solidFill>
                <a:latin typeface="Helvetica Neue"/>
                <a:ea typeface="Helvetica Neue"/>
                <a:cs typeface="Helvetica Neue"/>
              </a:defRPr>
            </a:lvl5pPr>
            <a:lvl6pPr>
              <a:defRPr sz="1800" b="0">
                <a:solidFill>
                  <a:srgbClr val="50665B"/>
                </a:solidFill>
                <a:latin typeface="Helvetica Neue"/>
                <a:ea typeface="Helvetica Neue"/>
                <a:cs typeface="Helvetica Neue"/>
              </a:defRPr>
            </a:lvl6pPr>
            <a:lvl7pPr>
              <a:defRPr sz="1800" b="0">
                <a:solidFill>
                  <a:srgbClr val="50665B"/>
                </a:solidFill>
                <a:latin typeface="Helvetica Neue"/>
                <a:ea typeface="Helvetica Neue"/>
                <a:cs typeface="Helvetica Neue"/>
              </a:defRPr>
            </a:lvl7pPr>
            <a:lvl8pPr>
              <a:defRPr sz="1800" b="0">
                <a:solidFill>
                  <a:srgbClr val="50665B"/>
                </a:solidFill>
                <a:latin typeface="Helvetica Neue"/>
                <a:ea typeface="Helvetica Neue"/>
                <a:cs typeface="Helvetica Neue"/>
              </a:defRPr>
            </a:lvl8pPr>
            <a:lvl9pPr>
              <a:defRPr sz="1800" b="0">
                <a:solidFill>
                  <a:srgbClr val="50665B"/>
                </a:solidFill>
                <a:latin typeface="Helvetica Neue"/>
                <a:ea typeface="Helvetica Neue"/>
                <a:cs typeface="Helvetica Neue"/>
              </a:defRPr>
            </a:lvl9pPr>
          </a:lstStyle>
          <a:p xmlns:a="http://schemas.openxmlformats.org/drawingml/2006/main">
            <a:pPr>
              <a:defRPr sz="1800" b="0">
                <a:solidFill>
                  <a:srgbClr val="50665B"/>
                </a:solidFill>
                <a:latin typeface="Helvetica Neue"/>
                <a:ea typeface="Helvetica Neue"/>
                <a:cs typeface="Helvetica Neue"/>
              </a:defRPr>
            </a:pPr>
            <a:r>
              <a:rPr sz="1800" b="0">
                <a:solidFill>
                  <a:srgbClr val="50665B"/>
                </a:solidFill>
                <a:latin typeface="Helvetica Neue"/>
                <a:ea typeface="Helvetica Neue"/>
                <a:cs typeface="Helvetica Neue"/>
              </a:rPr>
              <a:t>A new contextual moment, planned from the creator’s world and existing artwork.</a:t>
            </a:r>
          </a:p>
        </p:txBody>
      </p:sp>
    </p:spTree>
    <p:extLst>
      <p:ext uri="{BB962C8B-B14F-4D97-AF65-F5344CB8AC3E}">
        <p14:creationId xmlns:p14="http://schemas.microsoft.com/office/powerpoint/2010/main" val="1679885890"/>
      </p:ext>
    </p:extLst>
  </p:cSld>
</p:sld>
</file>

<file path=ppt/slides/slide4.xml><?xml version="1.0" encoding="utf-8"?>
<p:sld xmlns:p="http://schemas.openxmlformats.org/presentationml/2006/main">
  <p:cSld>
    <p:bg>
      <p:bgPr>
        <a:solidFill xmlns:a="http://schemas.openxmlformats.org/drawingml/2006/main">
          <a:srgbClr val="F3F1E7"/>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2F7910C9-DCE5-4E3D-B8A1-0F032A81758E}"/>
              </a:ext>
            </a:extLst>
          </p:cNvPr>
          <p:cNvSpPr>
            <a:spLocks xmlns:a="http://schemas.openxmlformats.org/drawingml/2006/main" noGrp="1"/>
          </p:cNvSpPr>
          <p:nvPr/>
        </p:nvSpPr>
        <p:spPr>
          <a:xfrm xmlns:a="http://schemas.openxmlformats.org/drawingml/2006/main">
            <a:off x="609600" y="476250"/>
            <a:ext cx="109537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362D"/>
                </a:solidFill>
                <a:latin typeface="Helvetica Neue"/>
                <a:ea typeface="Helvetica Neue"/>
                <a:cs typeface="Helvetica Neue"/>
              </a:defRPr>
            </a:defPPr>
            <a:lvl1pPr>
              <a:defRPr sz="3150" b="1">
                <a:solidFill>
                  <a:srgbClr val="14362D"/>
                </a:solidFill>
                <a:latin typeface="Helvetica Neue"/>
                <a:ea typeface="Helvetica Neue"/>
                <a:cs typeface="Helvetica Neue"/>
              </a:defRPr>
            </a:lvl1pPr>
            <a:lvl2pPr>
              <a:defRPr sz="3150" b="1">
                <a:solidFill>
                  <a:srgbClr val="14362D"/>
                </a:solidFill>
                <a:latin typeface="Helvetica Neue"/>
                <a:ea typeface="Helvetica Neue"/>
                <a:cs typeface="Helvetica Neue"/>
              </a:defRPr>
            </a:lvl2pPr>
            <a:lvl3pPr>
              <a:defRPr sz="3150" b="1">
                <a:solidFill>
                  <a:srgbClr val="14362D"/>
                </a:solidFill>
                <a:latin typeface="Helvetica Neue"/>
                <a:ea typeface="Helvetica Neue"/>
                <a:cs typeface="Helvetica Neue"/>
              </a:defRPr>
            </a:lvl3pPr>
            <a:lvl4pPr>
              <a:defRPr sz="3150" b="1">
                <a:solidFill>
                  <a:srgbClr val="14362D"/>
                </a:solidFill>
                <a:latin typeface="Helvetica Neue"/>
                <a:ea typeface="Helvetica Neue"/>
                <a:cs typeface="Helvetica Neue"/>
              </a:defRPr>
            </a:lvl4pPr>
            <a:lvl5pPr>
              <a:defRPr sz="3150" b="1">
                <a:solidFill>
                  <a:srgbClr val="14362D"/>
                </a:solidFill>
                <a:latin typeface="Helvetica Neue"/>
                <a:ea typeface="Helvetica Neue"/>
                <a:cs typeface="Helvetica Neue"/>
              </a:defRPr>
            </a:lvl5pPr>
            <a:lvl6pPr>
              <a:defRPr sz="3150" b="1">
                <a:solidFill>
                  <a:srgbClr val="14362D"/>
                </a:solidFill>
                <a:latin typeface="Helvetica Neue"/>
                <a:ea typeface="Helvetica Neue"/>
                <a:cs typeface="Helvetica Neue"/>
              </a:defRPr>
            </a:lvl6pPr>
            <a:lvl7pPr>
              <a:defRPr sz="3150" b="1">
                <a:solidFill>
                  <a:srgbClr val="14362D"/>
                </a:solidFill>
                <a:latin typeface="Helvetica Neue"/>
                <a:ea typeface="Helvetica Neue"/>
                <a:cs typeface="Helvetica Neue"/>
              </a:defRPr>
            </a:lvl7pPr>
            <a:lvl8pPr>
              <a:defRPr sz="3150" b="1">
                <a:solidFill>
                  <a:srgbClr val="14362D"/>
                </a:solidFill>
                <a:latin typeface="Helvetica Neue"/>
                <a:ea typeface="Helvetica Neue"/>
                <a:cs typeface="Helvetica Neue"/>
              </a:defRPr>
            </a:lvl8pPr>
            <a:lvl9pPr>
              <a:defRPr sz="3150" b="1">
                <a:solidFill>
                  <a:srgbClr val="14362D"/>
                </a:solidFill>
                <a:latin typeface="Helvetica Neue"/>
                <a:ea typeface="Helvetica Neue"/>
                <a:cs typeface="Helvetica Neue"/>
              </a:defRPr>
            </a:lvl9pPr>
          </a:lstStyle>
          <a:p xmlns:a="http://schemas.openxmlformats.org/drawingml/2006/main">
            <a:pPr>
              <a:defRPr sz="3150" b="1">
                <a:solidFill>
                  <a:srgbClr val="14362D"/>
                </a:solidFill>
                <a:latin typeface="Helvetica Neue"/>
                <a:ea typeface="Helvetica Neue"/>
                <a:cs typeface="Helvetica Neue"/>
              </a:defRPr>
            </a:pPr>
            <a:r>
              <a:rPr sz="3150" b="1">
                <a:solidFill>
                  <a:srgbClr val="14362D"/>
                </a:solidFill>
                <a:latin typeface="Helvetica Neue"/>
                <a:ea typeface="Helvetica Neue"/>
                <a:cs typeface="Helvetica Neue"/>
              </a:rPr>
              <a:t>Creator-defined context and constraints</a:t>
            </a:r>
          </a:p>
        </p:txBody>
      </p:sp>
      <p:sp>
        <p:nvSpPr>
          <p:cNvPr id="2" name="">
            <a:extLst xmlns:a="http://schemas.openxmlformats.org/drawingml/2006/main">
              <a:ext uri="{FF2B5EF4-FFF2-40B4-BE49-F238E27FC236}">
                <a16:creationId xmlns:a16="http://schemas.microsoft.com/office/drawing/2014/main" id="{F46AD0B5-0355-48F3-9878-20F496909F76}"/>
              </a:ext>
            </a:extLst>
          </p:cNvPr>
          <p:cNvSpPr>
            <a:spLocks xmlns:a="http://schemas.openxmlformats.org/drawingml/2006/main" noGrp="1"/>
          </p:cNvSpPr>
          <p:nvPr/>
        </p:nvSpPr>
        <p:spPr>
          <a:xfrm xmlns:a="http://schemas.openxmlformats.org/drawingml/2006/main">
            <a:off x="609600" y="1533525"/>
            <a:ext cx="10972800" cy="19050"/>
          </a:xfrm>
          <a:prstGeom xmlns:a="http://schemas.openxmlformats.org/drawingml/2006/main" prst="rect">
            <a:avLst/>
          </a:prstGeom>
          <a:solidFill xmlns:a="http://schemas.openxmlformats.org/drawingml/2006/main">
            <a:srgbClr val="C5CCC1"/>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1AFFCB68-B81E-4BC3-BD30-CE0C2AE1BEE3}"/>
              </a:ext>
            </a:extLst>
          </p:cNvPr>
          <p:cNvSpPr>
            <a:spLocks xmlns:a="http://schemas.openxmlformats.org/drawingml/2006/main" noGrp="1"/>
          </p:cNvSpPr>
          <p:nvPr/>
        </p:nvSpPr>
        <p:spPr>
          <a:xfrm xmlns:a="http://schemas.openxmlformats.org/drawingml/2006/main">
            <a:off x="609600" y="6419850"/>
            <a:ext cx="9525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50665B"/>
                </a:solidFill>
                <a:latin typeface="Helvetica Neue"/>
                <a:ea typeface="Helvetica Neue"/>
                <a:cs typeface="Helvetica Neue"/>
              </a:defRPr>
            </a:defPPr>
            <a:lvl1pPr>
              <a:defRPr sz="1050" b="0">
                <a:solidFill>
                  <a:srgbClr val="50665B"/>
                </a:solidFill>
                <a:latin typeface="Helvetica Neue"/>
                <a:ea typeface="Helvetica Neue"/>
                <a:cs typeface="Helvetica Neue"/>
              </a:defRPr>
            </a:lvl1pPr>
            <a:lvl2pPr>
              <a:defRPr sz="1050" b="0">
                <a:solidFill>
                  <a:srgbClr val="50665B"/>
                </a:solidFill>
                <a:latin typeface="Helvetica Neue"/>
                <a:ea typeface="Helvetica Neue"/>
                <a:cs typeface="Helvetica Neue"/>
              </a:defRPr>
            </a:lvl2pPr>
            <a:lvl3pPr>
              <a:defRPr sz="1050" b="0">
                <a:solidFill>
                  <a:srgbClr val="50665B"/>
                </a:solidFill>
                <a:latin typeface="Helvetica Neue"/>
                <a:ea typeface="Helvetica Neue"/>
                <a:cs typeface="Helvetica Neue"/>
              </a:defRPr>
            </a:lvl3pPr>
            <a:lvl4pPr>
              <a:defRPr sz="1050" b="0">
                <a:solidFill>
                  <a:srgbClr val="50665B"/>
                </a:solidFill>
                <a:latin typeface="Helvetica Neue"/>
                <a:ea typeface="Helvetica Neue"/>
                <a:cs typeface="Helvetica Neue"/>
              </a:defRPr>
            </a:lvl4pPr>
            <a:lvl5pPr>
              <a:defRPr sz="1050" b="0">
                <a:solidFill>
                  <a:srgbClr val="50665B"/>
                </a:solidFill>
                <a:latin typeface="Helvetica Neue"/>
                <a:ea typeface="Helvetica Neue"/>
                <a:cs typeface="Helvetica Neue"/>
              </a:defRPr>
            </a:lvl5pPr>
            <a:lvl6pPr>
              <a:defRPr sz="1050" b="0">
                <a:solidFill>
                  <a:srgbClr val="50665B"/>
                </a:solidFill>
                <a:latin typeface="Helvetica Neue"/>
                <a:ea typeface="Helvetica Neue"/>
                <a:cs typeface="Helvetica Neue"/>
              </a:defRPr>
            </a:lvl6pPr>
            <a:lvl7pPr>
              <a:defRPr sz="1050" b="0">
                <a:solidFill>
                  <a:srgbClr val="50665B"/>
                </a:solidFill>
                <a:latin typeface="Helvetica Neue"/>
                <a:ea typeface="Helvetica Neue"/>
                <a:cs typeface="Helvetica Neue"/>
              </a:defRPr>
            </a:lvl7pPr>
            <a:lvl8pPr>
              <a:defRPr sz="1050" b="0">
                <a:solidFill>
                  <a:srgbClr val="50665B"/>
                </a:solidFill>
                <a:latin typeface="Helvetica Neue"/>
                <a:ea typeface="Helvetica Neue"/>
                <a:cs typeface="Helvetica Neue"/>
              </a:defRPr>
            </a:lvl8pPr>
            <a:lvl9pPr>
              <a:defRPr sz="1050" b="0">
                <a:solidFill>
                  <a:srgbClr val="50665B"/>
                </a:solidFill>
                <a:latin typeface="Helvetica Neue"/>
                <a:ea typeface="Helvetica Neue"/>
                <a:cs typeface="Helvetica Neue"/>
              </a:defRPr>
            </a:lvl9pPr>
          </a:lstStyle>
          <a:p xmlns:a="http://schemas.openxmlformats.org/drawingml/2006/main">
            <a:pPr>
              <a:defRPr sz="1050" b="0">
                <a:solidFill>
                  <a:srgbClr val="50665B"/>
                </a:solidFill>
                <a:latin typeface="Helvetica Neue"/>
                <a:ea typeface="Helvetica Neue"/>
                <a:cs typeface="Helvetica Neue"/>
              </a:defRPr>
            </a:pPr>
            <a:r>
              <a:rPr sz="1050" b="0">
                <a:solidFill>
                  <a:srgbClr val="50665B"/>
                </a:solidFill>
                <a:latin typeface="Helvetica Neue"/>
                <a:ea typeface="Helvetica Neue"/>
                <a:cs typeface="Helvetica Neue"/>
              </a:rPr>
              <a:t>STAGE I / PROJECT PLAN</a:t>
            </a:r>
          </a:p>
        </p:txBody>
      </p:sp>
      <p:sp>
        <p:nvSpPr>
          <p:cNvPr id="4" name="">
            <a:extLst xmlns:a="http://schemas.openxmlformats.org/drawingml/2006/main">
              <a:ext uri="{FF2B5EF4-FFF2-40B4-BE49-F238E27FC236}">
                <a16:creationId xmlns:a16="http://schemas.microsoft.com/office/drawing/2014/main" id="{1D58764D-FC28-42FB-96E3-C0E039232C25}"/>
              </a:ext>
            </a:extLst>
          </p:cNvPr>
          <p:cNvSpPr>
            <a:spLocks xmlns:a="http://schemas.openxmlformats.org/drawingml/2006/main" noGrp="1"/>
          </p:cNvSpPr>
          <p:nvPr/>
        </p:nvSpPr>
        <p:spPr>
          <a:xfrm xmlns:a="http://schemas.openxmlformats.org/drawingml/2006/main">
            <a:off x="11106150" y="6419850"/>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50665B"/>
                </a:solidFill>
                <a:latin typeface="Helvetica Neue"/>
                <a:ea typeface="Helvetica Neue"/>
                <a:cs typeface="Helvetica Neue"/>
              </a:defRPr>
            </a:defPPr>
            <a:lvl1pPr>
              <a:defRPr sz="1050" b="0">
                <a:solidFill>
                  <a:srgbClr val="50665B"/>
                </a:solidFill>
                <a:latin typeface="Helvetica Neue"/>
                <a:ea typeface="Helvetica Neue"/>
                <a:cs typeface="Helvetica Neue"/>
              </a:defRPr>
            </a:lvl1pPr>
            <a:lvl2pPr>
              <a:defRPr sz="1050" b="0">
                <a:solidFill>
                  <a:srgbClr val="50665B"/>
                </a:solidFill>
                <a:latin typeface="Helvetica Neue"/>
                <a:ea typeface="Helvetica Neue"/>
                <a:cs typeface="Helvetica Neue"/>
              </a:defRPr>
            </a:lvl2pPr>
            <a:lvl3pPr>
              <a:defRPr sz="1050" b="0">
                <a:solidFill>
                  <a:srgbClr val="50665B"/>
                </a:solidFill>
                <a:latin typeface="Helvetica Neue"/>
                <a:ea typeface="Helvetica Neue"/>
                <a:cs typeface="Helvetica Neue"/>
              </a:defRPr>
            </a:lvl3pPr>
            <a:lvl4pPr>
              <a:defRPr sz="1050" b="0">
                <a:solidFill>
                  <a:srgbClr val="50665B"/>
                </a:solidFill>
                <a:latin typeface="Helvetica Neue"/>
                <a:ea typeface="Helvetica Neue"/>
                <a:cs typeface="Helvetica Neue"/>
              </a:defRPr>
            </a:lvl4pPr>
            <a:lvl5pPr>
              <a:defRPr sz="1050" b="0">
                <a:solidFill>
                  <a:srgbClr val="50665B"/>
                </a:solidFill>
                <a:latin typeface="Helvetica Neue"/>
                <a:ea typeface="Helvetica Neue"/>
                <a:cs typeface="Helvetica Neue"/>
              </a:defRPr>
            </a:lvl5pPr>
            <a:lvl6pPr>
              <a:defRPr sz="1050" b="0">
                <a:solidFill>
                  <a:srgbClr val="50665B"/>
                </a:solidFill>
                <a:latin typeface="Helvetica Neue"/>
                <a:ea typeface="Helvetica Neue"/>
                <a:cs typeface="Helvetica Neue"/>
              </a:defRPr>
            </a:lvl6pPr>
            <a:lvl7pPr>
              <a:defRPr sz="1050" b="0">
                <a:solidFill>
                  <a:srgbClr val="50665B"/>
                </a:solidFill>
                <a:latin typeface="Helvetica Neue"/>
                <a:ea typeface="Helvetica Neue"/>
                <a:cs typeface="Helvetica Neue"/>
              </a:defRPr>
            </a:lvl7pPr>
            <a:lvl8pPr>
              <a:defRPr sz="1050" b="0">
                <a:solidFill>
                  <a:srgbClr val="50665B"/>
                </a:solidFill>
                <a:latin typeface="Helvetica Neue"/>
                <a:ea typeface="Helvetica Neue"/>
                <a:cs typeface="Helvetica Neue"/>
              </a:defRPr>
            </a:lvl8pPr>
            <a:lvl9pPr>
              <a:defRPr sz="1050" b="0">
                <a:solidFill>
                  <a:srgbClr val="50665B"/>
                </a:solidFill>
                <a:latin typeface="Helvetica Neue"/>
                <a:ea typeface="Helvetica Neue"/>
                <a:cs typeface="Helvetica Neue"/>
              </a:defRPr>
            </a:lvl9pPr>
          </a:lstStyle>
          <a:p xmlns:a="http://schemas.openxmlformats.org/drawingml/2006/main">
            <a:pPr>
              <a:defRPr sz="1050" b="0">
                <a:solidFill>
                  <a:srgbClr val="50665B"/>
                </a:solidFill>
                <a:latin typeface="Helvetica Neue"/>
                <a:ea typeface="Helvetica Neue"/>
                <a:cs typeface="Helvetica Neue"/>
              </a:defRPr>
            </a:pPr>
            <a:r>
              <a:rPr sz="1050" b="0">
                <a:solidFill>
                  <a:srgbClr val="50665B"/>
                </a:solidFill>
                <a:latin typeface="Helvetica Neue"/>
                <a:ea typeface="Helvetica Neue"/>
                <a:cs typeface="Helvetica Neue"/>
              </a:rPr>
              <a:t>04</a:t>
            </a:r>
          </a:p>
        </p:txBody>
      </p:sp>
      <p:sp>
        <p:nvSpPr>
          <p:cNvPr id="5" name="">
            <a:extLst xmlns:a="http://schemas.openxmlformats.org/drawingml/2006/main">
              <a:ext uri="{FF2B5EF4-FFF2-40B4-BE49-F238E27FC236}">
                <a16:creationId xmlns:a16="http://schemas.microsoft.com/office/drawing/2014/main" id="{293B9D19-CCD1-4327-AD1D-647F7D84F178}"/>
              </a:ext>
            </a:extLst>
          </p:cNvPr>
          <p:cNvSpPr>
            <a:spLocks xmlns:a="http://schemas.openxmlformats.org/drawingml/2006/main" noGrp="1"/>
          </p:cNvSpPr>
          <p:nvPr/>
        </p:nvSpPr>
        <p:spPr>
          <a:xfrm xmlns:a="http://schemas.openxmlformats.org/drawingml/2006/main">
            <a:off x="647700" y="2009775"/>
            <a:ext cx="762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550" b="1">
                <a:solidFill>
                  <a:srgbClr val="2F7760"/>
                </a:solidFill>
                <a:latin typeface="Helvetica Neue"/>
                <a:ea typeface="Helvetica Neue"/>
                <a:cs typeface="Helvetica Neue"/>
              </a:defRPr>
            </a:defPPr>
            <a:lvl1pPr>
              <a:defRPr sz="2550" b="1">
                <a:solidFill>
                  <a:srgbClr val="2F7760"/>
                </a:solidFill>
                <a:latin typeface="Helvetica Neue"/>
                <a:ea typeface="Helvetica Neue"/>
                <a:cs typeface="Helvetica Neue"/>
              </a:defRPr>
            </a:lvl1pPr>
            <a:lvl2pPr>
              <a:defRPr sz="2550" b="1">
                <a:solidFill>
                  <a:srgbClr val="2F7760"/>
                </a:solidFill>
                <a:latin typeface="Helvetica Neue"/>
                <a:ea typeface="Helvetica Neue"/>
                <a:cs typeface="Helvetica Neue"/>
              </a:defRPr>
            </a:lvl2pPr>
            <a:lvl3pPr>
              <a:defRPr sz="2550" b="1">
                <a:solidFill>
                  <a:srgbClr val="2F7760"/>
                </a:solidFill>
                <a:latin typeface="Helvetica Neue"/>
                <a:ea typeface="Helvetica Neue"/>
                <a:cs typeface="Helvetica Neue"/>
              </a:defRPr>
            </a:lvl3pPr>
            <a:lvl4pPr>
              <a:defRPr sz="2550" b="1">
                <a:solidFill>
                  <a:srgbClr val="2F7760"/>
                </a:solidFill>
                <a:latin typeface="Helvetica Neue"/>
                <a:ea typeface="Helvetica Neue"/>
                <a:cs typeface="Helvetica Neue"/>
              </a:defRPr>
            </a:lvl4pPr>
            <a:lvl5pPr>
              <a:defRPr sz="2550" b="1">
                <a:solidFill>
                  <a:srgbClr val="2F7760"/>
                </a:solidFill>
                <a:latin typeface="Helvetica Neue"/>
                <a:ea typeface="Helvetica Neue"/>
                <a:cs typeface="Helvetica Neue"/>
              </a:defRPr>
            </a:lvl5pPr>
            <a:lvl6pPr>
              <a:defRPr sz="2550" b="1">
                <a:solidFill>
                  <a:srgbClr val="2F7760"/>
                </a:solidFill>
                <a:latin typeface="Helvetica Neue"/>
                <a:ea typeface="Helvetica Neue"/>
                <a:cs typeface="Helvetica Neue"/>
              </a:defRPr>
            </a:lvl6pPr>
            <a:lvl7pPr>
              <a:defRPr sz="2550" b="1">
                <a:solidFill>
                  <a:srgbClr val="2F7760"/>
                </a:solidFill>
                <a:latin typeface="Helvetica Neue"/>
                <a:ea typeface="Helvetica Neue"/>
                <a:cs typeface="Helvetica Neue"/>
              </a:defRPr>
            </a:lvl7pPr>
            <a:lvl8pPr>
              <a:defRPr sz="2550" b="1">
                <a:solidFill>
                  <a:srgbClr val="2F7760"/>
                </a:solidFill>
                <a:latin typeface="Helvetica Neue"/>
                <a:ea typeface="Helvetica Neue"/>
                <a:cs typeface="Helvetica Neue"/>
              </a:defRPr>
            </a:lvl8pPr>
            <a:lvl9pPr>
              <a:defRPr sz="2550" b="1">
                <a:solidFill>
                  <a:srgbClr val="2F7760"/>
                </a:solidFill>
                <a:latin typeface="Helvetica Neue"/>
                <a:ea typeface="Helvetica Neue"/>
                <a:cs typeface="Helvetica Neue"/>
              </a:defRPr>
            </a:lvl9pPr>
          </a:lstStyle>
          <a:p xmlns:a="http://schemas.openxmlformats.org/drawingml/2006/main">
            <a:pPr>
              <a:defRPr sz="2550" b="1">
                <a:solidFill>
                  <a:srgbClr val="2F7760"/>
                </a:solidFill>
                <a:latin typeface="Helvetica Neue"/>
                <a:ea typeface="Helvetica Neue"/>
                <a:cs typeface="Helvetica Neue"/>
              </a:defRPr>
            </a:pPr>
            <a:r>
              <a:rPr sz="2550" b="1">
                <a:solidFill>
                  <a:srgbClr val="2F7760"/>
                </a:solidFill>
                <a:latin typeface="Helvetica Neue"/>
                <a:ea typeface="Helvetica Neue"/>
                <a:cs typeface="Helvetica Neue"/>
              </a:rPr>
              <a:t>01</a:t>
            </a:r>
          </a:p>
        </p:txBody>
      </p:sp>
      <p:sp>
        <p:nvSpPr>
          <p:cNvPr id="6" name="">
            <a:extLst xmlns:a="http://schemas.openxmlformats.org/drawingml/2006/main">
              <a:ext uri="{FF2B5EF4-FFF2-40B4-BE49-F238E27FC236}">
                <a16:creationId xmlns:a16="http://schemas.microsoft.com/office/drawing/2014/main" id="{3E9C07C3-67A4-4E52-A619-9ACCA6955A94}"/>
              </a:ext>
            </a:extLst>
          </p:cNvPr>
          <p:cNvSpPr>
            <a:spLocks xmlns:a="http://schemas.openxmlformats.org/drawingml/2006/main" noGrp="1"/>
          </p:cNvSpPr>
          <p:nvPr/>
        </p:nvSpPr>
        <p:spPr>
          <a:xfrm xmlns:a="http://schemas.openxmlformats.org/drawingml/2006/main">
            <a:off x="1485900" y="2009775"/>
            <a:ext cx="947737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025" b="1">
                <a:solidFill>
                  <a:srgbClr val="14362D"/>
                </a:solidFill>
                <a:latin typeface="Helvetica Neue"/>
                <a:ea typeface="Helvetica Neue"/>
                <a:cs typeface="Helvetica Neue"/>
              </a:defRPr>
            </a:defPPr>
            <a:lvl1pPr>
              <a:defRPr sz="2025" b="1">
                <a:solidFill>
                  <a:srgbClr val="14362D"/>
                </a:solidFill>
                <a:latin typeface="Helvetica Neue"/>
                <a:ea typeface="Helvetica Neue"/>
                <a:cs typeface="Helvetica Neue"/>
              </a:defRPr>
            </a:lvl1pPr>
            <a:lvl2pPr>
              <a:defRPr sz="2025" b="1">
                <a:solidFill>
                  <a:srgbClr val="14362D"/>
                </a:solidFill>
                <a:latin typeface="Helvetica Neue"/>
                <a:ea typeface="Helvetica Neue"/>
                <a:cs typeface="Helvetica Neue"/>
              </a:defRPr>
            </a:lvl2pPr>
            <a:lvl3pPr>
              <a:defRPr sz="2025" b="1">
                <a:solidFill>
                  <a:srgbClr val="14362D"/>
                </a:solidFill>
                <a:latin typeface="Helvetica Neue"/>
                <a:ea typeface="Helvetica Neue"/>
                <a:cs typeface="Helvetica Neue"/>
              </a:defRPr>
            </a:lvl3pPr>
            <a:lvl4pPr>
              <a:defRPr sz="2025" b="1">
                <a:solidFill>
                  <a:srgbClr val="14362D"/>
                </a:solidFill>
                <a:latin typeface="Helvetica Neue"/>
                <a:ea typeface="Helvetica Neue"/>
                <a:cs typeface="Helvetica Neue"/>
              </a:defRPr>
            </a:lvl4pPr>
            <a:lvl5pPr>
              <a:defRPr sz="2025" b="1">
                <a:solidFill>
                  <a:srgbClr val="14362D"/>
                </a:solidFill>
                <a:latin typeface="Helvetica Neue"/>
                <a:ea typeface="Helvetica Neue"/>
                <a:cs typeface="Helvetica Neue"/>
              </a:defRPr>
            </a:lvl5pPr>
            <a:lvl6pPr>
              <a:defRPr sz="2025" b="1">
                <a:solidFill>
                  <a:srgbClr val="14362D"/>
                </a:solidFill>
                <a:latin typeface="Helvetica Neue"/>
                <a:ea typeface="Helvetica Neue"/>
                <a:cs typeface="Helvetica Neue"/>
              </a:defRPr>
            </a:lvl6pPr>
            <a:lvl7pPr>
              <a:defRPr sz="2025" b="1">
                <a:solidFill>
                  <a:srgbClr val="14362D"/>
                </a:solidFill>
                <a:latin typeface="Helvetica Neue"/>
                <a:ea typeface="Helvetica Neue"/>
                <a:cs typeface="Helvetica Neue"/>
              </a:defRPr>
            </a:lvl7pPr>
            <a:lvl8pPr>
              <a:defRPr sz="2025" b="1">
                <a:solidFill>
                  <a:srgbClr val="14362D"/>
                </a:solidFill>
                <a:latin typeface="Helvetica Neue"/>
                <a:ea typeface="Helvetica Neue"/>
                <a:cs typeface="Helvetica Neue"/>
              </a:defRPr>
            </a:lvl8pPr>
            <a:lvl9pPr>
              <a:defRPr sz="2025" b="1">
                <a:solidFill>
                  <a:srgbClr val="14362D"/>
                </a:solidFill>
                <a:latin typeface="Helvetica Neue"/>
                <a:ea typeface="Helvetica Neue"/>
                <a:cs typeface="Helvetica Neue"/>
              </a:defRPr>
            </a:lvl9pPr>
          </a:lstStyle>
          <a:p xmlns:a="http://schemas.openxmlformats.org/drawingml/2006/main">
            <a:pPr>
              <a:defRPr sz="2025" b="1">
                <a:solidFill>
                  <a:srgbClr val="14362D"/>
                </a:solidFill>
                <a:latin typeface="Helvetica Neue"/>
                <a:ea typeface="Helvetica Neue"/>
                <a:cs typeface="Helvetica Neue"/>
              </a:defRPr>
            </a:pPr>
            <a:r>
              <a:rPr sz="2025" b="1">
                <a:solidFill>
                  <a:srgbClr val="14362D"/>
                </a:solidFill>
                <a:latin typeface="Helvetica Neue"/>
                <a:ea typeface="Helvetica Neue"/>
                <a:cs typeface="Helvetica Neue"/>
              </a:rPr>
              <a:t>World facts</a:t>
            </a:r>
          </a:p>
        </p:txBody>
      </p:sp>
      <p:sp>
        <p:nvSpPr>
          <p:cNvPr id="7" name="">
            <a:extLst xmlns:a="http://schemas.openxmlformats.org/drawingml/2006/main">
              <a:ext uri="{FF2B5EF4-FFF2-40B4-BE49-F238E27FC236}">
                <a16:creationId xmlns:a16="http://schemas.microsoft.com/office/drawing/2014/main" id="{70793276-DCD8-4AB8-AC3B-DBF271E6716A}"/>
              </a:ext>
            </a:extLst>
          </p:cNvPr>
          <p:cNvSpPr>
            <a:spLocks xmlns:a="http://schemas.openxmlformats.org/drawingml/2006/main" noGrp="1"/>
          </p:cNvSpPr>
          <p:nvPr/>
        </p:nvSpPr>
        <p:spPr>
          <a:xfrm xmlns:a="http://schemas.openxmlformats.org/drawingml/2006/main">
            <a:off x="1485900" y="2476500"/>
            <a:ext cx="95250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725" b="0">
                <a:solidFill>
                  <a:srgbClr val="50665B"/>
                </a:solidFill>
                <a:latin typeface="Helvetica Neue"/>
                <a:ea typeface="Helvetica Neue"/>
                <a:cs typeface="Helvetica Neue"/>
              </a:defRPr>
            </a:defPPr>
            <a:lvl1pPr>
              <a:defRPr sz="1725" b="0">
                <a:solidFill>
                  <a:srgbClr val="50665B"/>
                </a:solidFill>
                <a:latin typeface="Helvetica Neue"/>
                <a:ea typeface="Helvetica Neue"/>
                <a:cs typeface="Helvetica Neue"/>
              </a:defRPr>
            </a:lvl1pPr>
            <a:lvl2pPr>
              <a:defRPr sz="1725" b="0">
                <a:solidFill>
                  <a:srgbClr val="50665B"/>
                </a:solidFill>
                <a:latin typeface="Helvetica Neue"/>
                <a:ea typeface="Helvetica Neue"/>
                <a:cs typeface="Helvetica Neue"/>
              </a:defRPr>
            </a:lvl2pPr>
            <a:lvl3pPr>
              <a:defRPr sz="1725" b="0">
                <a:solidFill>
                  <a:srgbClr val="50665B"/>
                </a:solidFill>
                <a:latin typeface="Helvetica Neue"/>
                <a:ea typeface="Helvetica Neue"/>
                <a:cs typeface="Helvetica Neue"/>
              </a:defRPr>
            </a:lvl3pPr>
            <a:lvl4pPr>
              <a:defRPr sz="1725" b="0">
                <a:solidFill>
                  <a:srgbClr val="50665B"/>
                </a:solidFill>
                <a:latin typeface="Helvetica Neue"/>
                <a:ea typeface="Helvetica Neue"/>
                <a:cs typeface="Helvetica Neue"/>
              </a:defRPr>
            </a:lvl4pPr>
            <a:lvl5pPr>
              <a:defRPr sz="1725" b="0">
                <a:solidFill>
                  <a:srgbClr val="50665B"/>
                </a:solidFill>
                <a:latin typeface="Helvetica Neue"/>
                <a:ea typeface="Helvetica Neue"/>
                <a:cs typeface="Helvetica Neue"/>
              </a:defRPr>
            </a:lvl5pPr>
            <a:lvl6pPr>
              <a:defRPr sz="1725" b="0">
                <a:solidFill>
                  <a:srgbClr val="50665B"/>
                </a:solidFill>
                <a:latin typeface="Helvetica Neue"/>
                <a:ea typeface="Helvetica Neue"/>
                <a:cs typeface="Helvetica Neue"/>
              </a:defRPr>
            </a:lvl6pPr>
            <a:lvl7pPr>
              <a:defRPr sz="1725" b="0">
                <a:solidFill>
                  <a:srgbClr val="50665B"/>
                </a:solidFill>
                <a:latin typeface="Helvetica Neue"/>
                <a:ea typeface="Helvetica Neue"/>
                <a:cs typeface="Helvetica Neue"/>
              </a:defRPr>
            </a:lvl7pPr>
            <a:lvl8pPr>
              <a:defRPr sz="1725" b="0">
                <a:solidFill>
                  <a:srgbClr val="50665B"/>
                </a:solidFill>
                <a:latin typeface="Helvetica Neue"/>
                <a:ea typeface="Helvetica Neue"/>
                <a:cs typeface="Helvetica Neue"/>
              </a:defRPr>
            </a:lvl8pPr>
            <a:lvl9pPr>
              <a:defRPr sz="1725" b="0">
                <a:solidFill>
                  <a:srgbClr val="50665B"/>
                </a:solidFill>
                <a:latin typeface="Helvetica Neue"/>
                <a:ea typeface="Helvetica Neue"/>
                <a:cs typeface="Helvetica Neue"/>
              </a:defRPr>
            </a:lvl9pPr>
          </a:lstStyle>
          <a:p xmlns:a="http://schemas.openxmlformats.org/drawingml/2006/main">
            <a:pPr>
              <a:defRPr sz="1725" b="0">
                <a:solidFill>
                  <a:srgbClr val="50665B"/>
                </a:solidFill>
                <a:latin typeface="Helvetica Neue"/>
                <a:ea typeface="Helvetica Neue"/>
                <a:cs typeface="Helvetica Neue"/>
              </a:defRPr>
            </a:pPr>
            <a:r>
              <a:rPr sz="1725" b="0">
                <a:solidFill>
                  <a:srgbClr val="50665B"/>
                </a:solidFill>
                <a:latin typeface="Helvetica Neue"/>
                <a:ea typeface="Helvetica Neue"/>
                <a:cs typeface="Helvetica Neue"/>
              </a:rPr>
              <a:t>One domain, eligible species or characters, visual references and event rules.</a:t>
            </a:r>
          </a:p>
        </p:txBody>
      </p:sp>
      <p:sp>
        <p:nvSpPr>
          <p:cNvPr id="8" name="">
            <a:extLst xmlns:a="http://schemas.openxmlformats.org/drawingml/2006/main">
              <a:ext uri="{FF2B5EF4-FFF2-40B4-BE49-F238E27FC236}">
                <a16:creationId xmlns:a16="http://schemas.microsoft.com/office/drawing/2014/main" id="{39D71C1F-D45D-4651-89A5-4789F7BC2B5A}"/>
              </a:ext>
            </a:extLst>
          </p:cNvPr>
          <p:cNvSpPr>
            <a:spLocks xmlns:a="http://schemas.openxmlformats.org/drawingml/2006/main" noGrp="1"/>
          </p:cNvSpPr>
          <p:nvPr/>
        </p:nvSpPr>
        <p:spPr>
          <a:xfrm xmlns:a="http://schemas.openxmlformats.org/drawingml/2006/main">
            <a:off x="647700" y="3419475"/>
            <a:ext cx="762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550" b="1">
                <a:solidFill>
                  <a:srgbClr val="2F7760"/>
                </a:solidFill>
                <a:latin typeface="Helvetica Neue"/>
                <a:ea typeface="Helvetica Neue"/>
                <a:cs typeface="Helvetica Neue"/>
              </a:defRPr>
            </a:defPPr>
            <a:lvl1pPr>
              <a:defRPr sz="2550" b="1">
                <a:solidFill>
                  <a:srgbClr val="2F7760"/>
                </a:solidFill>
                <a:latin typeface="Helvetica Neue"/>
                <a:ea typeface="Helvetica Neue"/>
                <a:cs typeface="Helvetica Neue"/>
              </a:defRPr>
            </a:lvl1pPr>
            <a:lvl2pPr>
              <a:defRPr sz="2550" b="1">
                <a:solidFill>
                  <a:srgbClr val="2F7760"/>
                </a:solidFill>
                <a:latin typeface="Helvetica Neue"/>
                <a:ea typeface="Helvetica Neue"/>
                <a:cs typeface="Helvetica Neue"/>
              </a:defRPr>
            </a:lvl2pPr>
            <a:lvl3pPr>
              <a:defRPr sz="2550" b="1">
                <a:solidFill>
                  <a:srgbClr val="2F7760"/>
                </a:solidFill>
                <a:latin typeface="Helvetica Neue"/>
                <a:ea typeface="Helvetica Neue"/>
                <a:cs typeface="Helvetica Neue"/>
              </a:defRPr>
            </a:lvl3pPr>
            <a:lvl4pPr>
              <a:defRPr sz="2550" b="1">
                <a:solidFill>
                  <a:srgbClr val="2F7760"/>
                </a:solidFill>
                <a:latin typeface="Helvetica Neue"/>
                <a:ea typeface="Helvetica Neue"/>
                <a:cs typeface="Helvetica Neue"/>
              </a:defRPr>
            </a:lvl4pPr>
            <a:lvl5pPr>
              <a:defRPr sz="2550" b="1">
                <a:solidFill>
                  <a:srgbClr val="2F7760"/>
                </a:solidFill>
                <a:latin typeface="Helvetica Neue"/>
                <a:ea typeface="Helvetica Neue"/>
                <a:cs typeface="Helvetica Neue"/>
              </a:defRPr>
            </a:lvl5pPr>
            <a:lvl6pPr>
              <a:defRPr sz="2550" b="1">
                <a:solidFill>
                  <a:srgbClr val="2F7760"/>
                </a:solidFill>
                <a:latin typeface="Helvetica Neue"/>
                <a:ea typeface="Helvetica Neue"/>
                <a:cs typeface="Helvetica Neue"/>
              </a:defRPr>
            </a:lvl6pPr>
            <a:lvl7pPr>
              <a:defRPr sz="2550" b="1">
                <a:solidFill>
                  <a:srgbClr val="2F7760"/>
                </a:solidFill>
                <a:latin typeface="Helvetica Neue"/>
                <a:ea typeface="Helvetica Neue"/>
                <a:cs typeface="Helvetica Neue"/>
              </a:defRPr>
            </a:lvl7pPr>
            <a:lvl8pPr>
              <a:defRPr sz="2550" b="1">
                <a:solidFill>
                  <a:srgbClr val="2F7760"/>
                </a:solidFill>
                <a:latin typeface="Helvetica Neue"/>
                <a:ea typeface="Helvetica Neue"/>
                <a:cs typeface="Helvetica Neue"/>
              </a:defRPr>
            </a:lvl8pPr>
            <a:lvl9pPr>
              <a:defRPr sz="2550" b="1">
                <a:solidFill>
                  <a:srgbClr val="2F7760"/>
                </a:solidFill>
                <a:latin typeface="Helvetica Neue"/>
                <a:ea typeface="Helvetica Neue"/>
                <a:cs typeface="Helvetica Neue"/>
              </a:defRPr>
            </a:lvl9pPr>
          </a:lstStyle>
          <a:p xmlns:a="http://schemas.openxmlformats.org/drawingml/2006/main">
            <a:pPr>
              <a:defRPr sz="2550" b="1">
                <a:solidFill>
                  <a:srgbClr val="2F7760"/>
                </a:solidFill>
                <a:latin typeface="Helvetica Neue"/>
                <a:ea typeface="Helvetica Neue"/>
                <a:cs typeface="Helvetica Neue"/>
              </a:defRPr>
            </a:pPr>
            <a:r>
              <a:rPr sz="2550" b="1">
                <a:solidFill>
                  <a:srgbClr val="2F7760"/>
                </a:solidFill>
                <a:latin typeface="Helvetica Neue"/>
                <a:ea typeface="Helvetica Neue"/>
                <a:cs typeface="Helvetica Neue"/>
              </a:rPr>
              <a:t>02</a:t>
            </a:r>
          </a:p>
        </p:txBody>
      </p:sp>
      <p:sp>
        <p:nvSpPr>
          <p:cNvPr id="9" name="">
            <a:extLst xmlns:a="http://schemas.openxmlformats.org/drawingml/2006/main">
              <a:ext uri="{FF2B5EF4-FFF2-40B4-BE49-F238E27FC236}">
                <a16:creationId xmlns:a16="http://schemas.microsoft.com/office/drawing/2014/main" id="{C8C56678-9C42-4D96-BB92-839E75F45F27}"/>
              </a:ext>
            </a:extLst>
          </p:cNvPr>
          <p:cNvSpPr>
            <a:spLocks xmlns:a="http://schemas.openxmlformats.org/drawingml/2006/main" noGrp="1"/>
          </p:cNvSpPr>
          <p:nvPr/>
        </p:nvSpPr>
        <p:spPr>
          <a:xfrm xmlns:a="http://schemas.openxmlformats.org/drawingml/2006/main">
            <a:off x="1485900" y="3419475"/>
            <a:ext cx="947737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025" b="1">
                <a:solidFill>
                  <a:srgbClr val="14362D"/>
                </a:solidFill>
                <a:latin typeface="Helvetica Neue"/>
                <a:ea typeface="Helvetica Neue"/>
                <a:cs typeface="Helvetica Neue"/>
              </a:defRPr>
            </a:defPPr>
            <a:lvl1pPr>
              <a:defRPr sz="2025" b="1">
                <a:solidFill>
                  <a:srgbClr val="14362D"/>
                </a:solidFill>
                <a:latin typeface="Helvetica Neue"/>
                <a:ea typeface="Helvetica Neue"/>
                <a:cs typeface="Helvetica Neue"/>
              </a:defRPr>
            </a:lvl1pPr>
            <a:lvl2pPr>
              <a:defRPr sz="2025" b="1">
                <a:solidFill>
                  <a:srgbClr val="14362D"/>
                </a:solidFill>
                <a:latin typeface="Helvetica Neue"/>
                <a:ea typeface="Helvetica Neue"/>
                <a:cs typeface="Helvetica Neue"/>
              </a:defRPr>
            </a:lvl2pPr>
            <a:lvl3pPr>
              <a:defRPr sz="2025" b="1">
                <a:solidFill>
                  <a:srgbClr val="14362D"/>
                </a:solidFill>
                <a:latin typeface="Helvetica Neue"/>
                <a:ea typeface="Helvetica Neue"/>
                <a:cs typeface="Helvetica Neue"/>
              </a:defRPr>
            </a:lvl3pPr>
            <a:lvl4pPr>
              <a:defRPr sz="2025" b="1">
                <a:solidFill>
                  <a:srgbClr val="14362D"/>
                </a:solidFill>
                <a:latin typeface="Helvetica Neue"/>
                <a:ea typeface="Helvetica Neue"/>
                <a:cs typeface="Helvetica Neue"/>
              </a:defRPr>
            </a:lvl4pPr>
            <a:lvl5pPr>
              <a:defRPr sz="2025" b="1">
                <a:solidFill>
                  <a:srgbClr val="14362D"/>
                </a:solidFill>
                <a:latin typeface="Helvetica Neue"/>
                <a:ea typeface="Helvetica Neue"/>
                <a:cs typeface="Helvetica Neue"/>
              </a:defRPr>
            </a:lvl5pPr>
            <a:lvl6pPr>
              <a:defRPr sz="2025" b="1">
                <a:solidFill>
                  <a:srgbClr val="14362D"/>
                </a:solidFill>
                <a:latin typeface="Helvetica Neue"/>
                <a:ea typeface="Helvetica Neue"/>
                <a:cs typeface="Helvetica Neue"/>
              </a:defRPr>
            </a:lvl6pPr>
            <a:lvl7pPr>
              <a:defRPr sz="2025" b="1">
                <a:solidFill>
                  <a:srgbClr val="14362D"/>
                </a:solidFill>
                <a:latin typeface="Helvetica Neue"/>
                <a:ea typeface="Helvetica Neue"/>
                <a:cs typeface="Helvetica Neue"/>
              </a:defRPr>
            </a:lvl7pPr>
            <a:lvl8pPr>
              <a:defRPr sz="2025" b="1">
                <a:solidFill>
                  <a:srgbClr val="14362D"/>
                </a:solidFill>
                <a:latin typeface="Helvetica Neue"/>
                <a:ea typeface="Helvetica Neue"/>
                <a:cs typeface="Helvetica Neue"/>
              </a:defRPr>
            </a:lvl8pPr>
            <a:lvl9pPr>
              <a:defRPr sz="2025" b="1">
                <a:solidFill>
                  <a:srgbClr val="14362D"/>
                </a:solidFill>
                <a:latin typeface="Helvetica Neue"/>
                <a:ea typeface="Helvetica Neue"/>
                <a:cs typeface="Helvetica Neue"/>
              </a:defRPr>
            </a:lvl9pPr>
          </a:lstStyle>
          <a:p xmlns:a="http://schemas.openxmlformats.org/drawingml/2006/main">
            <a:pPr>
              <a:defRPr sz="2025" b="1">
                <a:solidFill>
                  <a:srgbClr val="14362D"/>
                </a:solidFill>
                <a:latin typeface="Helvetica Neue"/>
                <a:ea typeface="Helvetica Neue"/>
                <a:cs typeface="Helvetica Neue"/>
              </a:defRPr>
            </a:pPr>
            <a:r>
              <a:rPr sz="2025" b="1">
                <a:solidFill>
                  <a:srgbClr val="14362D"/>
                </a:solidFill>
                <a:latin typeface="Helvetica Neue"/>
                <a:ea typeface="Helvetica Neue"/>
                <a:cs typeface="Helvetica Neue"/>
              </a:rPr>
              <a:t>Context snapshot</a:t>
            </a:r>
          </a:p>
        </p:txBody>
      </p:sp>
      <p:sp>
        <p:nvSpPr>
          <p:cNvPr id="10" name="">
            <a:extLst xmlns:a="http://schemas.openxmlformats.org/drawingml/2006/main">
              <a:ext uri="{FF2B5EF4-FFF2-40B4-BE49-F238E27FC236}">
                <a16:creationId xmlns:a16="http://schemas.microsoft.com/office/drawing/2014/main" id="{72D88CFB-2CFD-4E1E-B2A6-89059B4EAB71}"/>
              </a:ext>
            </a:extLst>
          </p:cNvPr>
          <p:cNvSpPr>
            <a:spLocks xmlns:a="http://schemas.openxmlformats.org/drawingml/2006/main" noGrp="1"/>
          </p:cNvSpPr>
          <p:nvPr/>
        </p:nvSpPr>
        <p:spPr>
          <a:xfrm xmlns:a="http://schemas.openxmlformats.org/drawingml/2006/main">
            <a:off x="1485900" y="3886200"/>
            <a:ext cx="95250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725" b="0">
                <a:solidFill>
                  <a:srgbClr val="50665B"/>
                </a:solidFill>
                <a:latin typeface="Helvetica Neue"/>
                <a:ea typeface="Helvetica Neue"/>
                <a:cs typeface="Helvetica Neue"/>
              </a:defRPr>
            </a:defPPr>
            <a:lvl1pPr>
              <a:defRPr sz="1725" b="0">
                <a:solidFill>
                  <a:srgbClr val="50665B"/>
                </a:solidFill>
                <a:latin typeface="Helvetica Neue"/>
                <a:ea typeface="Helvetica Neue"/>
                <a:cs typeface="Helvetica Neue"/>
              </a:defRPr>
            </a:lvl1pPr>
            <a:lvl2pPr>
              <a:defRPr sz="1725" b="0">
                <a:solidFill>
                  <a:srgbClr val="50665B"/>
                </a:solidFill>
                <a:latin typeface="Helvetica Neue"/>
                <a:ea typeface="Helvetica Neue"/>
                <a:cs typeface="Helvetica Neue"/>
              </a:defRPr>
            </a:lvl2pPr>
            <a:lvl3pPr>
              <a:defRPr sz="1725" b="0">
                <a:solidFill>
                  <a:srgbClr val="50665B"/>
                </a:solidFill>
                <a:latin typeface="Helvetica Neue"/>
                <a:ea typeface="Helvetica Neue"/>
                <a:cs typeface="Helvetica Neue"/>
              </a:defRPr>
            </a:lvl3pPr>
            <a:lvl4pPr>
              <a:defRPr sz="1725" b="0">
                <a:solidFill>
                  <a:srgbClr val="50665B"/>
                </a:solidFill>
                <a:latin typeface="Helvetica Neue"/>
                <a:ea typeface="Helvetica Neue"/>
                <a:cs typeface="Helvetica Neue"/>
              </a:defRPr>
            </a:lvl4pPr>
            <a:lvl5pPr>
              <a:defRPr sz="1725" b="0">
                <a:solidFill>
                  <a:srgbClr val="50665B"/>
                </a:solidFill>
                <a:latin typeface="Helvetica Neue"/>
                <a:ea typeface="Helvetica Neue"/>
                <a:cs typeface="Helvetica Neue"/>
              </a:defRPr>
            </a:lvl5pPr>
            <a:lvl6pPr>
              <a:defRPr sz="1725" b="0">
                <a:solidFill>
                  <a:srgbClr val="50665B"/>
                </a:solidFill>
                <a:latin typeface="Helvetica Neue"/>
                <a:ea typeface="Helvetica Neue"/>
                <a:cs typeface="Helvetica Neue"/>
              </a:defRPr>
            </a:lvl6pPr>
            <a:lvl7pPr>
              <a:defRPr sz="1725" b="0">
                <a:solidFill>
                  <a:srgbClr val="50665B"/>
                </a:solidFill>
                <a:latin typeface="Helvetica Neue"/>
                <a:ea typeface="Helvetica Neue"/>
                <a:cs typeface="Helvetica Neue"/>
              </a:defRPr>
            </a:lvl7pPr>
            <a:lvl8pPr>
              <a:defRPr sz="1725" b="0">
                <a:solidFill>
                  <a:srgbClr val="50665B"/>
                </a:solidFill>
                <a:latin typeface="Helvetica Neue"/>
                <a:ea typeface="Helvetica Neue"/>
                <a:cs typeface="Helvetica Neue"/>
              </a:defRPr>
            </a:lvl8pPr>
            <a:lvl9pPr>
              <a:defRPr sz="1725" b="0">
                <a:solidFill>
                  <a:srgbClr val="50665B"/>
                </a:solidFill>
                <a:latin typeface="Helvetica Neue"/>
                <a:ea typeface="Helvetica Neue"/>
                <a:cs typeface="Helvetica Neue"/>
              </a:defRPr>
            </a:lvl9pPr>
          </a:lstStyle>
          <a:p xmlns:a="http://schemas.openxmlformats.org/drawingml/2006/main">
            <a:pPr>
              <a:defRPr sz="1725" b="0">
                <a:solidFill>
                  <a:srgbClr val="50665B"/>
                </a:solidFill>
                <a:latin typeface="Helvetica Neue"/>
                <a:ea typeface="Helvetica Neue"/>
                <a:cs typeface="Helvetica Neue"/>
              </a:defRPr>
            </a:pPr>
            <a:r>
              <a:rPr sz="1725" b="0">
                <a:solidFill>
                  <a:srgbClr val="50665B"/>
                </a:solidFill>
                <a:latin typeface="Helvetica Neue"/>
                <a:ea typeface="Helvetica Neue"/>
                <a:cs typeface="Helvetica Neue"/>
              </a:rPr>
              <a:t>Creator-defined fictional time and climate in the first version.</a:t>
            </a:r>
          </a:p>
        </p:txBody>
      </p:sp>
      <p:sp>
        <p:nvSpPr>
          <p:cNvPr id="11" name="">
            <a:extLst xmlns:a="http://schemas.openxmlformats.org/drawingml/2006/main">
              <a:ext uri="{FF2B5EF4-FFF2-40B4-BE49-F238E27FC236}">
                <a16:creationId xmlns:a16="http://schemas.microsoft.com/office/drawing/2014/main" id="{F39AEEC0-1EAC-4613-B068-5F26EC2A252F}"/>
              </a:ext>
            </a:extLst>
          </p:cNvPr>
          <p:cNvSpPr>
            <a:spLocks xmlns:a="http://schemas.openxmlformats.org/drawingml/2006/main" noGrp="1"/>
          </p:cNvSpPr>
          <p:nvPr/>
        </p:nvSpPr>
        <p:spPr>
          <a:xfrm xmlns:a="http://schemas.openxmlformats.org/drawingml/2006/main">
            <a:off x="647700" y="4829175"/>
            <a:ext cx="762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550" b="1">
                <a:solidFill>
                  <a:srgbClr val="2F7760"/>
                </a:solidFill>
                <a:latin typeface="Helvetica Neue"/>
                <a:ea typeface="Helvetica Neue"/>
                <a:cs typeface="Helvetica Neue"/>
              </a:defRPr>
            </a:defPPr>
            <a:lvl1pPr>
              <a:defRPr sz="2550" b="1">
                <a:solidFill>
                  <a:srgbClr val="2F7760"/>
                </a:solidFill>
                <a:latin typeface="Helvetica Neue"/>
                <a:ea typeface="Helvetica Neue"/>
                <a:cs typeface="Helvetica Neue"/>
              </a:defRPr>
            </a:lvl1pPr>
            <a:lvl2pPr>
              <a:defRPr sz="2550" b="1">
                <a:solidFill>
                  <a:srgbClr val="2F7760"/>
                </a:solidFill>
                <a:latin typeface="Helvetica Neue"/>
                <a:ea typeface="Helvetica Neue"/>
                <a:cs typeface="Helvetica Neue"/>
              </a:defRPr>
            </a:lvl2pPr>
            <a:lvl3pPr>
              <a:defRPr sz="2550" b="1">
                <a:solidFill>
                  <a:srgbClr val="2F7760"/>
                </a:solidFill>
                <a:latin typeface="Helvetica Neue"/>
                <a:ea typeface="Helvetica Neue"/>
                <a:cs typeface="Helvetica Neue"/>
              </a:defRPr>
            </a:lvl3pPr>
            <a:lvl4pPr>
              <a:defRPr sz="2550" b="1">
                <a:solidFill>
                  <a:srgbClr val="2F7760"/>
                </a:solidFill>
                <a:latin typeface="Helvetica Neue"/>
                <a:ea typeface="Helvetica Neue"/>
                <a:cs typeface="Helvetica Neue"/>
              </a:defRPr>
            </a:lvl4pPr>
            <a:lvl5pPr>
              <a:defRPr sz="2550" b="1">
                <a:solidFill>
                  <a:srgbClr val="2F7760"/>
                </a:solidFill>
                <a:latin typeface="Helvetica Neue"/>
                <a:ea typeface="Helvetica Neue"/>
                <a:cs typeface="Helvetica Neue"/>
              </a:defRPr>
            </a:lvl5pPr>
            <a:lvl6pPr>
              <a:defRPr sz="2550" b="1">
                <a:solidFill>
                  <a:srgbClr val="2F7760"/>
                </a:solidFill>
                <a:latin typeface="Helvetica Neue"/>
                <a:ea typeface="Helvetica Neue"/>
                <a:cs typeface="Helvetica Neue"/>
              </a:defRPr>
            </a:lvl6pPr>
            <a:lvl7pPr>
              <a:defRPr sz="2550" b="1">
                <a:solidFill>
                  <a:srgbClr val="2F7760"/>
                </a:solidFill>
                <a:latin typeface="Helvetica Neue"/>
                <a:ea typeface="Helvetica Neue"/>
                <a:cs typeface="Helvetica Neue"/>
              </a:defRPr>
            </a:lvl7pPr>
            <a:lvl8pPr>
              <a:defRPr sz="2550" b="1">
                <a:solidFill>
                  <a:srgbClr val="2F7760"/>
                </a:solidFill>
                <a:latin typeface="Helvetica Neue"/>
                <a:ea typeface="Helvetica Neue"/>
                <a:cs typeface="Helvetica Neue"/>
              </a:defRPr>
            </a:lvl8pPr>
            <a:lvl9pPr>
              <a:defRPr sz="2550" b="1">
                <a:solidFill>
                  <a:srgbClr val="2F7760"/>
                </a:solidFill>
                <a:latin typeface="Helvetica Neue"/>
                <a:ea typeface="Helvetica Neue"/>
                <a:cs typeface="Helvetica Neue"/>
              </a:defRPr>
            </a:lvl9pPr>
          </a:lstStyle>
          <a:p xmlns:a="http://schemas.openxmlformats.org/drawingml/2006/main">
            <a:pPr>
              <a:defRPr sz="2550" b="1">
                <a:solidFill>
                  <a:srgbClr val="2F7760"/>
                </a:solidFill>
                <a:latin typeface="Helvetica Neue"/>
                <a:ea typeface="Helvetica Neue"/>
                <a:cs typeface="Helvetica Neue"/>
              </a:defRPr>
            </a:pPr>
            <a:r>
              <a:rPr sz="2550" b="1">
                <a:solidFill>
                  <a:srgbClr val="2F7760"/>
                </a:solidFill>
                <a:latin typeface="Helvetica Neue"/>
                <a:ea typeface="Helvetica Neue"/>
                <a:cs typeface="Helvetica Neue"/>
              </a:rPr>
              <a:t>03</a:t>
            </a:r>
          </a:p>
        </p:txBody>
      </p:sp>
      <p:sp>
        <p:nvSpPr>
          <p:cNvPr id="12" name="">
            <a:extLst xmlns:a="http://schemas.openxmlformats.org/drawingml/2006/main">
              <a:ext uri="{FF2B5EF4-FFF2-40B4-BE49-F238E27FC236}">
                <a16:creationId xmlns:a16="http://schemas.microsoft.com/office/drawing/2014/main" id="{265EEB97-43AC-4F90-8D32-38542B7BB7B6}"/>
              </a:ext>
            </a:extLst>
          </p:cNvPr>
          <p:cNvSpPr>
            <a:spLocks xmlns:a="http://schemas.openxmlformats.org/drawingml/2006/main" noGrp="1"/>
          </p:cNvSpPr>
          <p:nvPr/>
        </p:nvSpPr>
        <p:spPr>
          <a:xfrm xmlns:a="http://schemas.openxmlformats.org/drawingml/2006/main">
            <a:off x="1485900" y="4829175"/>
            <a:ext cx="947737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025" b="1">
                <a:solidFill>
                  <a:srgbClr val="14362D"/>
                </a:solidFill>
                <a:latin typeface="Helvetica Neue"/>
                <a:ea typeface="Helvetica Neue"/>
                <a:cs typeface="Helvetica Neue"/>
              </a:defRPr>
            </a:defPPr>
            <a:lvl1pPr>
              <a:defRPr sz="2025" b="1">
                <a:solidFill>
                  <a:srgbClr val="14362D"/>
                </a:solidFill>
                <a:latin typeface="Helvetica Neue"/>
                <a:ea typeface="Helvetica Neue"/>
                <a:cs typeface="Helvetica Neue"/>
              </a:defRPr>
            </a:lvl1pPr>
            <a:lvl2pPr>
              <a:defRPr sz="2025" b="1">
                <a:solidFill>
                  <a:srgbClr val="14362D"/>
                </a:solidFill>
                <a:latin typeface="Helvetica Neue"/>
                <a:ea typeface="Helvetica Neue"/>
                <a:cs typeface="Helvetica Neue"/>
              </a:defRPr>
            </a:lvl2pPr>
            <a:lvl3pPr>
              <a:defRPr sz="2025" b="1">
                <a:solidFill>
                  <a:srgbClr val="14362D"/>
                </a:solidFill>
                <a:latin typeface="Helvetica Neue"/>
                <a:ea typeface="Helvetica Neue"/>
                <a:cs typeface="Helvetica Neue"/>
              </a:defRPr>
            </a:lvl3pPr>
            <a:lvl4pPr>
              <a:defRPr sz="2025" b="1">
                <a:solidFill>
                  <a:srgbClr val="14362D"/>
                </a:solidFill>
                <a:latin typeface="Helvetica Neue"/>
                <a:ea typeface="Helvetica Neue"/>
                <a:cs typeface="Helvetica Neue"/>
              </a:defRPr>
            </a:lvl4pPr>
            <a:lvl5pPr>
              <a:defRPr sz="2025" b="1">
                <a:solidFill>
                  <a:srgbClr val="14362D"/>
                </a:solidFill>
                <a:latin typeface="Helvetica Neue"/>
                <a:ea typeface="Helvetica Neue"/>
                <a:cs typeface="Helvetica Neue"/>
              </a:defRPr>
            </a:lvl5pPr>
            <a:lvl6pPr>
              <a:defRPr sz="2025" b="1">
                <a:solidFill>
                  <a:srgbClr val="14362D"/>
                </a:solidFill>
                <a:latin typeface="Helvetica Neue"/>
                <a:ea typeface="Helvetica Neue"/>
                <a:cs typeface="Helvetica Neue"/>
              </a:defRPr>
            </a:lvl6pPr>
            <a:lvl7pPr>
              <a:defRPr sz="2025" b="1">
                <a:solidFill>
                  <a:srgbClr val="14362D"/>
                </a:solidFill>
                <a:latin typeface="Helvetica Neue"/>
                <a:ea typeface="Helvetica Neue"/>
                <a:cs typeface="Helvetica Neue"/>
              </a:defRPr>
            </a:lvl7pPr>
            <a:lvl8pPr>
              <a:defRPr sz="2025" b="1">
                <a:solidFill>
                  <a:srgbClr val="14362D"/>
                </a:solidFill>
                <a:latin typeface="Helvetica Neue"/>
                <a:ea typeface="Helvetica Neue"/>
                <a:cs typeface="Helvetica Neue"/>
              </a:defRPr>
            </a:lvl8pPr>
            <a:lvl9pPr>
              <a:defRPr sz="2025" b="1">
                <a:solidFill>
                  <a:srgbClr val="14362D"/>
                </a:solidFill>
                <a:latin typeface="Helvetica Neue"/>
                <a:ea typeface="Helvetica Neue"/>
                <a:cs typeface="Helvetica Neue"/>
              </a:defRPr>
            </a:lvl9pPr>
          </a:lstStyle>
          <a:p xmlns:a="http://schemas.openxmlformats.org/drawingml/2006/main">
            <a:pPr>
              <a:defRPr sz="2025" b="1">
                <a:solidFill>
                  <a:srgbClr val="14362D"/>
                </a:solidFill>
                <a:latin typeface="Helvetica Neue"/>
                <a:ea typeface="Helvetica Neue"/>
                <a:cs typeface="Helvetica Neue"/>
              </a:defRPr>
            </a:pPr>
            <a:r>
              <a:rPr sz="2025" b="1">
                <a:solidFill>
                  <a:srgbClr val="14362D"/>
                </a:solidFill>
                <a:latin typeface="Helvetica Neue"/>
                <a:ea typeface="Helvetica Neue"/>
                <a:cs typeface="Helvetica Neue"/>
              </a:rPr>
              <a:t>Coherence checks</a:t>
            </a:r>
          </a:p>
        </p:txBody>
      </p:sp>
      <p:sp>
        <p:nvSpPr>
          <p:cNvPr id="13" name="">
            <a:extLst xmlns:a="http://schemas.openxmlformats.org/drawingml/2006/main">
              <a:ext uri="{FF2B5EF4-FFF2-40B4-BE49-F238E27FC236}">
                <a16:creationId xmlns:a16="http://schemas.microsoft.com/office/drawing/2014/main" id="{12D084E8-9224-44A1-B077-3495EE0647AB}"/>
              </a:ext>
            </a:extLst>
          </p:cNvPr>
          <p:cNvSpPr>
            <a:spLocks xmlns:a="http://schemas.openxmlformats.org/drawingml/2006/main" noGrp="1"/>
          </p:cNvSpPr>
          <p:nvPr/>
        </p:nvSpPr>
        <p:spPr>
          <a:xfrm xmlns:a="http://schemas.openxmlformats.org/drawingml/2006/main">
            <a:off x="1485900" y="5295900"/>
            <a:ext cx="95250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725" b="0">
                <a:solidFill>
                  <a:srgbClr val="50665B"/>
                </a:solidFill>
                <a:latin typeface="Helvetica Neue"/>
                <a:ea typeface="Helvetica Neue"/>
                <a:cs typeface="Helvetica Neue"/>
              </a:defRPr>
            </a:defPPr>
            <a:lvl1pPr>
              <a:defRPr sz="1725" b="0">
                <a:solidFill>
                  <a:srgbClr val="50665B"/>
                </a:solidFill>
                <a:latin typeface="Helvetica Neue"/>
                <a:ea typeface="Helvetica Neue"/>
                <a:cs typeface="Helvetica Neue"/>
              </a:defRPr>
            </a:lvl1pPr>
            <a:lvl2pPr>
              <a:defRPr sz="1725" b="0">
                <a:solidFill>
                  <a:srgbClr val="50665B"/>
                </a:solidFill>
                <a:latin typeface="Helvetica Neue"/>
                <a:ea typeface="Helvetica Neue"/>
                <a:cs typeface="Helvetica Neue"/>
              </a:defRPr>
            </a:lvl2pPr>
            <a:lvl3pPr>
              <a:defRPr sz="1725" b="0">
                <a:solidFill>
                  <a:srgbClr val="50665B"/>
                </a:solidFill>
                <a:latin typeface="Helvetica Neue"/>
                <a:ea typeface="Helvetica Neue"/>
                <a:cs typeface="Helvetica Neue"/>
              </a:defRPr>
            </a:lvl3pPr>
            <a:lvl4pPr>
              <a:defRPr sz="1725" b="0">
                <a:solidFill>
                  <a:srgbClr val="50665B"/>
                </a:solidFill>
                <a:latin typeface="Helvetica Neue"/>
                <a:ea typeface="Helvetica Neue"/>
                <a:cs typeface="Helvetica Neue"/>
              </a:defRPr>
            </a:lvl4pPr>
            <a:lvl5pPr>
              <a:defRPr sz="1725" b="0">
                <a:solidFill>
                  <a:srgbClr val="50665B"/>
                </a:solidFill>
                <a:latin typeface="Helvetica Neue"/>
                <a:ea typeface="Helvetica Neue"/>
                <a:cs typeface="Helvetica Neue"/>
              </a:defRPr>
            </a:lvl5pPr>
            <a:lvl6pPr>
              <a:defRPr sz="1725" b="0">
                <a:solidFill>
                  <a:srgbClr val="50665B"/>
                </a:solidFill>
                <a:latin typeface="Helvetica Neue"/>
                <a:ea typeface="Helvetica Neue"/>
                <a:cs typeface="Helvetica Neue"/>
              </a:defRPr>
            </a:lvl6pPr>
            <a:lvl7pPr>
              <a:defRPr sz="1725" b="0">
                <a:solidFill>
                  <a:srgbClr val="50665B"/>
                </a:solidFill>
                <a:latin typeface="Helvetica Neue"/>
                <a:ea typeface="Helvetica Neue"/>
                <a:cs typeface="Helvetica Neue"/>
              </a:defRPr>
            </a:lvl7pPr>
            <a:lvl8pPr>
              <a:defRPr sz="1725" b="0">
                <a:solidFill>
                  <a:srgbClr val="50665B"/>
                </a:solidFill>
                <a:latin typeface="Helvetica Neue"/>
                <a:ea typeface="Helvetica Neue"/>
                <a:cs typeface="Helvetica Neue"/>
              </a:defRPr>
            </a:lvl8pPr>
            <a:lvl9pPr>
              <a:defRPr sz="1725" b="0">
                <a:solidFill>
                  <a:srgbClr val="50665B"/>
                </a:solidFill>
                <a:latin typeface="Helvetica Neue"/>
                <a:ea typeface="Helvetica Neue"/>
                <a:cs typeface="Helvetica Neue"/>
              </a:defRPr>
            </a:lvl9pPr>
          </a:lstStyle>
          <a:p xmlns:a="http://schemas.openxmlformats.org/drawingml/2006/main">
            <a:pPr>
              <a:defRPr sz="1725" b="0">
                <a:solidFill>
                  <a:srgbClr val="50665B"/>
                </a:solidFill>
                <a:latin typeface="Helvetica Neue"/>
                <a:ea typeface="Helvetica Neue"/>
                <a:cs typeface="Helvetica Neue"/>
              </a:defRPr>
            </a:pPr>
            <a:r>
              <a:rPr sz="1725" b="0">
                <a:solidFill>
                  <a:srgbClr val="50665B"/>
                </a:solidFill>
                <a:latin typeface="Helvetica Neue"/>
                <a:ea typeface="Helvetica Neue"/>
                <a:cs typeface="Helvetica Neue"/>
              </a:rPr>
              <a:t>Reject unsupported species or conditions before requesting a video.</a:t>
            </a:r>
          </a:p>
        </p:txBody>
      </p:sp>
    </p:spTree>
    <p:extLst>
      <p:ext uri="{BB962C8B-B14F-4D97-AF65-F5344CB8AC3E}">
        <p14:creationId xmlns:p14="http://schemas.microsoft.com/office/powerpoint/2010/main" val="1981143905"/>
      </p:ext>
    </p:extLst>
  </p:cSld>
</p:sld>
</file>

<file path=ppt/slides/slide5.xml><?xml version="1.0" encoding="utf-8"?>
<p:sld xmlns:p="http://schemas.openxmlformats.org/presentationml/2006/main">
  <p:cSld>
    <p:bg>
      <p:bgPr>
        <a:solidFill xmlns:a="http://schemas.openxmlformats.org/drawingml/2006/main">
          <a:srgbClr val="102A24"/>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B6F98CD-C2E7-4CD4-A9FE-A16203DE1F18}"/>
              </a:ext>
            </a:extLst>
          </p:cNvPr>
          <p:cNvSpPr>
            <a:spLocks xmlns:a="http://schemas.openxmlformats.org/drawingml/2006/main" noGrp="1"/>
          </p:cNvSpPr>
          <p:nvPr/>
        </p:nvSpPr>
        <p:spPr>
          <a:xfrm xmlns:a="http://schemas.openxmlformats.org/drawingml/2006/main">
            <a:off x="609600" y="476250"/>
            <a:ext cx="109537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F3F1E7"/>
                </a:solidFill>
                <a:latin typeface="Helvetica Neue"/>
                <a:ea typeface="Helvetica Neue"/>
                <a:cs typeface="Helvetica Neue"/>
              </a:defRPr>
            </a:defPPr>
            <a:lvl1pPr>
              <a:defRPr sz="3150" b="1">
                <a:solidFill>
                  <a:srgbClr val="F3F1E7"/>
                </a:solidFill>
                <a:latin typeface="Helvetica Neue"/>
                <a:ea typeface="Helvetica Neue"/>
                <a:cs typeface="Helvetica Neue"/>
              </a:defRPr>
            </a:lvl1pPr>
            <a:lvl2pPr>
              <a:defRPr sz="3150" b="1">
                <a:solidFill>
                  <a:srgbClr val="F3F1E7"/>
                </a:solidFill>
                <a:latin typeface="Helvetica Neue"/>
                <a:ea typeface="Helvetica Neue"/>
                <a:cs typeface="Helvetica Neue"/>
              </a:defRPr>
            </a:lvl2pPr>
            <a:lvl3pPr>
              <a:defRPr sz="3150" b="1">
                <a:solidFill>
                  <a:srgbClr val="F3F1E7"/>
                </a:solidFill>
                <a:latin typeface="Helvetica Neue"/>
                <a:ea typeface="Helvetica Neue"/>
                <a:cs typeface="Helvetica Neue"/>
              </a:defRPr>
            </a:lvl3pPr>
            <a:lvl4pPr>
              <a:defRPr sz="3150" b="1">
                <a:solidFill>
                  <a:srgbClr val="F3F1E7"/>
                </a:solidFill>
                <a:latin typeface="Helvetica Neue"/>
                <a:ea typeface="Helvetica Neue"/>
                <a:cs typeface="Helvetica Neue"/>
              </a:defRPr>
            </a:lvl4pPr>
            <a:lvl5pPr>
              <a:defRPr sz="3150" b="1">
                <a:solidFill>
                  <a:srgbClr val="F3F1E7"/>
                </a:solidFill>
                <a:latin typeface="Helvetica Neue"/>
                <a:ea typeface="Helvetica Neue"/>
                <a:cs typeface="Helvetica Neue"/>
              </a:defRPr>
            </a:lvl5pPr>
            <a:lvl6pPr>
              <a:defRPr sz="3150" b="1">
                <a:solidFill>
                  <a:srgbClr val="F3F1E7"/>
                </a:solidFill>
                <a:latin typeface="Helvetica Neue"/>
                <a:ea typeface="Helvetica Neue"/>
                <a:cs typeface="Helvetica Neue"/>
              </a:defRPr>
            </a:lvl6pPr>
            <a:lvl7pPr>
              <a:defRPr sz="3150" b="1">
                <a:solidFill>
                  <a:srgbClr val="F3F1E7"/>
                </a:solidFill>
                <a:latin typeface="Helvetica Neue"/>
                <a:ea typeface="Helvetica Neue"/>
                <a:cs typeface="Helvetica Neue"/>
              </a:defRPr>
            </a:lvl7pPr>
            <a:lvl8pPr>
              <a:defRPr sz="3150" b="1">
                <a:solidFill>
                  <a:srgbClr val="F3F1E7"/>
                </a:solidFill>
                <a:latin typeface="Helvetica Neue"/>
                <a:ea typeface="Helvetica Neue"/>
                <a:cs typeface="Helvetica Neue"/>
              </a:defRPr>
            </a:lvl8pPr>
            <a:lvl9pPr>
              <a:defRPr sz="3150" b="1">
                <a:solidFill>
                  <a:srgbClr val="F3F1E7"/>
                </a:solidFill>
                <a:latin typeface="Helvetica Neue"/>
                <a:ea typeface="Helvetica Neue"/>
                <a:cs typeface="Helvetica Neue"/>
              </a:defRPr>
            </a:lvl9pPr>
          </a:lstStyle>
          <a:p xmlns:a="http://schemas.openxmlformats.org/drawingml/2006/main">
            <a:pPr>
              <a:defRPr sz="3150" b="1">
                <a:solidFill>
                  <a:srgbClr val="F3F1E7"/>
                </a:solidFill>
                <a:latin typeface="Helvetica Neue"/>
                <a:ea typeface="Helvetica Neue"/>
                <a:cs typeface="Helvetica Neue"/>
              </a:defRPr>
            </a:pPr>
            <a:r>
              <a:rPr sz="3150" b="1">
                <a:solidFill>
                  <a:srgbClr val="F3F1E7"/>
                </a:solidFill>
                <a:latin typeface="Helvetica Neue"/>
                <a:ea typeface="Helvetica Neue"/>
                <a:cs typeface="Helvetica Neue"/>
              </a:rPr>
              <a:t>A written example</a:t>
            </a:r>
          </a:p>
        </p:txBody>
      </p:sp>
      <p:sp>
        <p:nvSpPr>
          <p:cNvPr id="2" name="">
            <a:extLst xmlns:a="http://schemas.openxmlformats.org/drawingml/2006/main">
              <a:ext uri="{FF2B5EF4-FFF2-40B4-BE49-F238E27FC236}">
                <a16:creationId xmlns:a16="http://schemas.microsoft.com/office/drawing/2014/main" id="{3B7E4EBF-B7E1-40A6-B058-CF4972C33E57}"/>
              </a:ext>
            </a:extLst>
          </p:cNvPr>
          <p:cNvSpPr>
            <a:spLocks xmlns:a="http://schemas.openxmlformats.org/drawingml/2006/main" noGrp="1"/>
          </p:cNvSpPr>
          <p:nvPr/>
        </p:nvSpPr>
        <p:spPr>
          <a:xfrm xmlns:a="http://schemas.openxmlformats.org/drawingml/2006/main">
            <a:off x="609600" y="1533525"/>
            <a:ext cx="10972800" cy="19050"/>
          </a:xfrm>
          <a:prstGeom xmlns:a="http://schemas.openxmlformats.org/drawingml/2006/main" prst="rect">
            <a:avLst/>
          </a:prstGeom>
          <a:solidFill xmlns:a="http://schemas.openxmlformats.org/drawingml/2006/main">
            <a:srgbClr val="416255"/>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882BCFC5-26B5-4647-A1CA-E37D5058277D}"/>
              </a:ext>
            </a:extLst>
          </p:cNvPr>
          <p:cNvSpPr>
            <a:spLocks xmlns:a="http://schemas.openxmlformats.org/drawingml/2006/main" noGrp="1"/>
          </p:cNvSpPr>
          <p:nvPr/>
        </p:nvSpPr>
        <p:spPr>
          <a:xfrm xmlns:a="http://schemas.openxmlformats.org/drawingml/2006/main">
            <a:off x="609600" y="6419850"/>
            <a:ext cx="9525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B9DDC9"/>
                </a:solidFill>
                <a:latin typeface="Helvetica Neue"/>
                <a:ea typeface="Helvetica Neue"/>
                <a:cs typeface="Helvetica Neue"/>
              </a:defRPr>
            </a:defPPr>
            <a:lvl1pPr>
              <a:defRPr sz="1050" b="0">
                <a:solidFill>
                  <a:srgbClr val="B9DDC9"/>
                </a:solidFill>
                <a:latin typeface="Helvetica Neue"/>
                <a:ea typeface="Helvetica Neue"/>
                <a:cs typeface="Helvetica Neue"/>
              </a:defRPr>
            </a:lvl1pPr>
            <a:lvl2pPr>
              <a:defRPr sz="1050" b="0">
                <a:solidFill>
                  <a:srgbClr val="B9DDC9"/>
                </a:solidFill>
                <a:latin typeface="Helvetica Neue"/>
                <a:ea typeface="Helvetica Neue"/>
                <a:cs typeface="Helvetica Neue"/>
              </a:defRPr>
            </a:lvl2pPr>
            <a:lvl3pPr>
              <a:defRPr sz="1050" b="0">
                <a:solidFill>
                  <a:srgbClr val="B9DDC9"/>
                </a:solidFill>
                <a:latin typeface="Helvetica Neue"/>
                <a:ea typeface="Helvetica Neue"/>
                <a:cs typeface="Helvetica Neue"/>
              </a:defRPr>
            </a:lvl3pPr>
            <a:lvl4pPr>
              <a:defRPr sz="1050" b="0">
                <a:solidFill>
                  <a:srgbClr val="B9DDC9"/>
                </a:solidFill>
                <a:latin typeface="Helvetica Neue"/>
                <a:ea typeface="Helvetica Neue"/>
                <a:cs typeface="Helvetica Neue"/>
              </a:defRPr>
            </a:lvl4pPr>
            <a:lvl5pPr>
              <a:defRPr sz="1050" b="0">
                <a:solidFill>
                  <a:srgbClr val="B9DDC9"/>
                </a:solidFill>
                <a:latin typeface="Helvetica Neue"/>
                <a:ea typeface="Helvetica Neue"/>
                <a:cs typeface="Helvetica Neue"/>
              </a:defRPr>
            </a:lvl5pPr>
            <a:lvl6pPr>
              <a:defRPr sz="1050" b="0">
                <a:solidFill>
                  <a:srgbClr val="B9DDC9"/>
                </a:solidFill>
                <a:latin typeface="Helvetica Neue"/>
                <a:ea typeface="Helvetica Neue"/>
                <a:cs typeface="Helvetica Neue"/>
              </a:defRPr>
            </a:lvl6pPr>
            <a:lvl7pPr>
              <a:defRPr sz="1050" b="0">
                <a:solidFill>
                  <a:srgbClr val="B9DDC9"/>
                </a:solidFill>
                <a:latin typeface="Helvetica Neue"/>
                <a:ea typeface="Helvetica Neue"/>
                <a:cs typeface="Helvetica Neue"/>
              </a:defRPr>
            </a:lvl7pPr>
            <a:lvl8pPr>
              <a:defRPr sz="1050" b="0">
                <a:solidFill>
                  <a:srgbClr val="B9DDC9"/>
                </a:solidFill>
                <a:latin typeface="Helvetica Neue"/>
                <a:ea typeface="Helvetica Neue"/>
                <a:cs typeface="Helvetica Neue"/>
              </a:defRPr>
            </a:lvl8pPr>
            <a:lvl9pPr>
              <a:defRPr sz="1050" b="0">
                <a:solidFill>
                  <a:srgbClr val="B9DDC9"/>
                </a:solidFill>
                <a:latin typeface="Helvetica Neue"/>
                <a:ea typeface="Helvetica Neue"/>
                <a:cs typeface="Helvetica Neue"/>
              </a:defRPr>
            </a:lvl9pPr>
          </a:lstStyle>
          <a:p xmlns:a="http://schemas.openxmlformats.org/drawingml/2006/main">
            <a:pPr>
              <a:defRPr sz="1050" b="0">
                <a:solidFill>
                  <a:srgbClr val="B9DDC9"/>
                </a:solidFill>
                <a:latin typeface="Helvetica Neue"/>
                <a:ea typeface="Helvetica Neue"/>
                <a:cs typeface="Helvetica Neue"/>
              </a:defRPr>
            </a:pPr>
            <a:r>
              <a:rPr sz="1050" b="0">
                <a:solidFill>
                  <a:srgbClr val="B9DDC9"/>
                </a:solidFill>
                <a:latin typeface="Helvetica Neue"/>
                <a:ea typeface="Helvetica Neue"/>
                <a:cs typeface="Helvetica Neue"/>
              </a:rPr>
              <a:t>STAGE I / PROJECT PLAN</a:t>
            </a:r>
          </a:p>
        </p:txBody>
      </p:sp>
      <p:sp>
        <p:nvSpPr>
          <p:cNvPr id="4" name="">
            <a:extLst xmlns:a="http://schemas.openxmlformats.org/drawingml/2006/main">
              <a:ext uri="{FF2B5EF4-FFF2-40B4-BE49-F238E27FC236}">
                <a16:creationId xmlns:a16="http://schemas.microsoft.com/office/drawing/2014/main" id="{9947BCB1-9B12-43E1-8FAC-2CC8D31A61E6}"/>
              </a:ext>
            </a:extLst>
          </p:cNvPr>
          <p:cNvSpPr>
            <a:spLocks xmlns:a="http://schemas.openxmlformats.org/drawingml/2006/main" noGrp="1"/>
          </p:cNvSpPr>
          <p:nvPr/>
        </p:nvSpPr>
        <p:spPr>
          <a:xfrm xmlns:a="http://schemas.openxmlformats.org/drawingml/2006/main">
            <a:off x="11106150" y="6419850"/>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B9DDC9"/>
                </a:solidFill>
                <a:latin typeface="Helvetica Neue"/>
                <a:ea typeface="Helvetica Neue"/>
                <a:cs typeface="Helvetica Neue"/>
              </a:defRPr>
            </a:defPPr>
            <a:lvl1pPr>
              <a:defRPr sz="1050" b="0">
                <a:solidFill>
                  <a:srgbClr val="B9DDC9"/>
                </a:solidFill>
                <a:latin typeface="Helvetica Neue"/>
                <a:ea typeface="Helvetica Neue"/>
                <a:cs typeface="Helvetica Neue"/>
              </a:defRPr>
            </a:lvl1pPr>
            <a:lvl2pPr>
              <a:defRPr sz="1050" b="0">
                <a:solidFill>
                  <a:srgbClr val="B9DDC9"/>
                </a:solidFill>
                <a:latin typeface="Helvetica Neue"/>
                <a:ea typeface="Helvetica Neue"/>
                <a:cs typeface="Helvetica Neue"/>
              </a:defRPr>
            </a:lvl2pPr>
            <a:lvl3pPr>
              <a:defRPr sz="1050" b="0">
                <a:solidFill>
                  <a:srgbClr val="B9DDC9"/>
                </a:solidFill>
                <a:latin typeface="Helvetica Neue"/>
                <a:ea typeface="Helvetica Neue"/>
                <a:cs typeface="Helvetica Neue"/>
              </a:defRPr>
            </a:lvl3pPr>
            <a:lvl4pPr>
              <a:defRPr sz="1050" b="0">
                <a:solidFill>
                  <a:srgbClr val="B9DDC9"/>
                </a:solidFill>
                <a:latin typeface="Helvetica Neue"/>
                <a:ea typeface="Helvetica Neue"/>
                <a:cs typeface="Helvetica Neue"/>
              </a:defRPr>
            </a:lvl4pPr>
            <a:lvl5pPr>
              <a:defRPr sz="1050" b="0">
                <a:solidFill>
                  <a:srgbClr val="B9DDC9"/>
                </a:solidFill>
                <a:latin typeface="Helvetica Neue"/>
                <a:ea typeface="Helvetica Neue"/>
                <a:cs typeface="Helvetica Neue"/>
              </a:defRPr>
            </a:lvl5pPr>
            <a:lvl6pPr>
              <a:defRPr sz="1050" b="0">
                <a:solidFill>
                  <a:srgbClr val="B9DDC9"/>
                </a:solidFill>
                <a:latin typeface="Helvetica Neue"/>
                <a:ea typeface="Helvetica Neue"/>
                <a:cs typeface="Helvetica Neue"/>
              </a:defRPr>
            </a:lvl6pPr>
            <a:lvl7pPr>
              <a:defRPr sz="1050" b="0">
                <a:solidFill>
                  <a:srgbClr val="B9DDC9"/>
                </a:solidFill>
                <a:latin typeface="Helvetica Neue"/>
                <a:ea typeface="Helvetica Neue"/>
                <a:cs typeface="Helvetica Neue"/>
              </a:defRPr>
            </a:lvl7pPr>
            <a:lvl8pPr>
              <a:defRPr sz="1050" b="0">
                <a:solidFill>
                  <a:srgbClr val="B9DDC9"/>
                </a:solidFill>
                <a:latin typeface="Helvetica Neue"/>
                <a:ea typeface="Helvetica Neue"/>
                <a:cs typeface="Helvetica Neue"/>
              </a:defRPr>
            </a:lvl8pPr>
            <a:lvl9pPr>
              <a:defRPr sz="1050" b="0">
                <a:solidFill>
                  <a:srgbClr val="B9DDC9"/>
                </a:solidFill>
                <a:latin typeface="Helvetica Neue"/>
                <a:ea typeface="Helvetica Neue"/>
                <a:cs typeface="Helvetica Neue"/>
              </a:defRPr>
            </a:lvl9pPr>
          </a:lstStyle>
          <a:p xmlns:a="http://schemas.openxmlformats.org/drawingml/2006/main">
            <a:pPr>
              <a:defRPr sz="1050" b="0">
                <a:solidFill>
                  <a:srgbClr val="B9DDC9"/>
                </a:solidFill>
                <a:latin typeface="Helvetica Neue"/>
                <a:ea typeface="Helvetica Neue"/>
                <a:cs typeface="Helvetica Neue"/>
              </a:defRPr>
            </a:pPr>
            <a:r>
              <a:rPr sz="1050" b="0">
                <a:solidFill>
                  <a:srgbClr val="B9DDC9"/>
                </a:solidFill>
                <a:latin typeface="Helvetica Neue"/>
                <a:ea typeface="Helvetica Neue"/>
                <a:cs typeface="Helvetica Neue"/>
              </a:rPr>
              <a:t>05</a:t>
            </a:r>
          </a:p>
        </p:txBody>
      </p:sp>
      <p:sp>
        <p:nvSpPr>
          <p:cNvPr id="5" name="">
            <a:extLst xmlns:a="http://schemas.openxmlformats.org/drawingml/2006/main">
              <a:ext uri="{FF2B5EF4-FFF2-40B4-BE49-F238E27FC236}">
                <a16:creationId xmlns:a16="http://schemas.microsoft.com/office/drawing/2014/main" id="{82691340-B653-4807-A78D-1D96A6B2F003}"/>
              </a:ext>
            </a:extLst>
          </p:cNvPr>
          <p:cNvSpPr>
            <a:spLocks xmlns:a="http://schemas.openxmlformats.org/drawingml/2006/main" noGrp="1"/>
          </p:cNvSpPr>
          <p:nvPr/>
        </p:nvSpPr>
        <p:spPr>
          <a:xfrm xmlns:a="http://schemas.openxmlformats.org/drawingml/2006/main">
            <a:off x="609600" y="2019300"/>
            <a:ext cx="10287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725" b="1">
                <a:solidFill>
                  <a:srgbClr val="D6AE61"/>
                </a:solidFill>
                <a:latin typeface="Helvetica Neue"/>
                <a:ea typeface="Helvetica Neue"/>
                <a:cs typeface="Helvetica Neue"/>
              </a:defRPr>
            </a:defPPr>
            <a:lvl1pPr>
              <a:defRPr sz="1725" b="1">
                <a:solidFill>
                  <a:srgbClr val="D6AE61"/>
                </a:solidFill>
                <a:latin typeface="Helvetica Neue"/>
                <a:ea typeface="Helvetica Neue"/>
                <a:cs typeface="Helvetica Neue"/>
              </a:defRPr>
            </a:lvl1pPr>
            <a:lvl2pPr>
              <a:defRPr sz="1725" b="1">
                <a:solidFill>
                  <a:srgbClr val="D6AE61"/>
                </a:solidFill>
                <a:latin typeface="Helvetica Neue"/>
                <a:ea typeface="Helvetica Neue"/>
                <a:cs typeface="Helvetica Neue"/>
              </a:defRPr>
            </a:lvl2pPr>
            <a:lvl3pPr>
              <a:defRPr sz="1725" b="1">
                <a:solidFill>
                  <a:srgbClr val="D6AE61"/>
                </a:solidFill>
                <a:latin typeface="Helvetica Neue"/>
                <a:ea typeface="Helvetica Neue"/>
                <a:cs typeface="Helvetica Neue"/>
              </a:defRPr>
            </a:lvl3pPr>
            <a:lvl4pPr>
              <a:defRPr sz="1725" b="1">
                <a:solidFill>
                  <a:srgbClr val="D6AE61"/>
                </a:solidFill>
                <a:latin typeface="Helvetica Neue"/>
                <a:ea typeface="Helvetica Neue"/>
                <a:cs typeface="Helvetica Neue"/>
              </a:defRPr>
            </a:lvl4pPr>
            <a:lvl5pPr>
              <a:defRPr sz="1725" b="1">
                <a:solidFill>
                  <a:srgbClr val="D6AE61"/>
                </a:solidFill>
                <a:latin typeface="Helvetica Neue"/>
                <a:ea typeface="Helvetica Neue"/>
                <a:cs typeface="Helvetica Neue"/>
              </a:defRPr>
            </a:lvl5pPr>
            <a:lvl6pPr>
              <a:defRPr sz="1725" b="1">
                <a:solidFill>
                  <a:srgbClr val="D6AE61"/>
                </a:solidFill>
                <a:latin typeface="Helvetica Neue"/>
                <a:ea typeface="Helvetica Neue"/>
                <a:cs typeface="Helvetica Neue"/>
              </a:defRPr>
            </a:lvl6pPr>
            <a:lvl7pPr>
              <a:defRPr sz="1725" b="1">
                <a:solidFill>
                  <a:srgbClr val="D6AE61"/>
                </a:solidFill>
                <a:latin typeface="Helvetica Neue"/>
                <a:ea typeface="Helvetica Neue"/>
                <a:cs typeface="Helvetica Neue"/>
              </a:defRPr>
            </a:lvl7pPr>
            <a:lvl8pPr>
              <a:defRPr sz="1725" b="1">
                <a:solidFill>
                  <a:srgbClr val="D6AE61"/>
                </a:solidFill>
                <a:latin typeface="Helvetica Neue"/>
                <a:ea typeface="Helvetica Neue"/>
                <a:cs typeface="Helvetica Neue"/>
              </a:defRPr>
            </a:lvl8pPr>
            <a:lvl9pPr>
              <a:defRPr sz="1725" b="1">
                <a:solidFill>
                  <a:srgbClr val="D6AE61"/>
                </a:solidFill>
                <a:latin typeface="Helvetica Neue"/>
                <a:ea typeface="Helvetica Neue"/>
                <a:cs typeface="Helvetica Neue"/>
              </a:defRPr>
            </a:lvl9pPr>
          </a:lstStyle>
          <a:p xmlns:a="http://schemas.openxmlformats.org/drawingml/2006/main">
            <a:pPr>
              <a:defRPr sz="1725" b="1">
                <a:solidFill>
                  <a:srgbClr val="D6AE61"/>
                </a:solidFill>
                <a:latin typeface="Helvetica Neue"/>
                <a:ea typeface="Helvetica Neue"/>
                <a:cs typeface="Helvetica Neue"/>
              </a:defRPr>
            </a:pPr>
            <a:r>
              <a:rPr sz="1725" b="1">
                <a:solidFill>
                  <a:srgbClr val="D6AE61"/>
                </a:solidFill>
                <a:latin typeface="Helvetica Neue"/>
                <a:ea typeface="Helvetica Neue"/>
                <a:cs typeface="Helvetica Neue"/>
              </a:rPr>
              <a:t>FICTIONAL WETLAND / DAWN / MIST</a:t>
            </a:r>
          </a:p>
        </p:txBody>
      </p:sp>
      <p:sp>
        <p:nvSpPr>
          <p:cNvPr id="6" name="">
            <a:extLst xmlns:a="http://schemas.openxmlformats.org/drawingml/2006/main">
              <a:ext uri="{FF2B5EF4-FFF2-40B4-BE49-F238E27FC236}">
                <a16:creationId xmlns:a16="http://schemas.microsoft.com/office/drawing/2014/main" id="{E8BD2EDE-B570-4574-A0E8-03B02854F265}"/>
              </a:ext>
            </a:extLst>
          </p:cNvPr>
          <p:cNvSpPr>
            <a:spLocks xmlns:a="http://schemas.openxmlformats.org/drawingml/2006/main" noGrp="1"/>
          </p:cNvSpPr>
          <p:nvPr/>
        </p:nvSpPr>
        <p:spPr>
          <a:xfrm xmlns:a="http://schemas.openxmlformats.org/drawingml/2006/main">
            <a:off x="609600" y="2714625"/>
            <a:ext cx="10810875"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775" b="1">
                <a:solidFill>
                  <a:srgbClr val="F3F1E7"/>
                </a:solidFill>
                <a:latin typeface="Helvetica Neue"/>
                <a:ea typeface="Helvetica Neue"/>
                <a:cs typeface="Helvetica Neue"/>
              </a:defRPr>
            </a:defPPr>
            <a:lvl1pPr>
              <a:defRPr sz="2775" b="1">
                <a:solidFill>
                  <a:srgbClr val="F3F1E7"/>
                </a:solidFill>
                <a:latin typeface="Helvetica Neue"/>
                <a:ea typeface="Helvetica Neue"/>
                <a:cs typeface="Helvetica Neue"/>
              </a:defRPr>
            </a:lvl1pPr>
            <a:lvl2pPr>
              <a:defRPr sz="2775" b="1">
                <a:solidFill>
                  <a:srgbClr val="F3F1E7"/>
                </a:solidFill>
                <a:latin typeface="Helvetica Neue"/>
                <a:ea typeface="Helvetica Neue"/>
                <a:cs typeface="Helvetica Neue"/>
              </a:defRPr>
            </a:lvl2pPr>
            <a:lvl3pPr>
              <a:defRPr sz="2775" b="1">
                <a:solidFill>
                  <a:srgbClr val="F3F1E7"/>
                </a:solidFill>
                <a:latin typeface="Helvetica Neue"/>
                <a:ea typeface="Helvetica Neue"/>
                <a:cs typeface="Helvetica Neue"/>
              </a:defRPr>
            </a:lvl3pPr>
            <a:lvl4pPr>
              <a:defRPr sz="2775" b="1">
                <a:solidFill>
                  <a:srgbClr val="F3F1E7"/>
                </a:solidFill>
                <a:latin typeface="Helvetica Neue"/>
                <a:ea typeface="Helvetica Neue"/>
                <a:cs typeface="Helvetica Neue"/>
              </a:defRPr>
            </a:lvl4pPr>
            <a:lvl5pPr>
              <a:defRPr sz="2775" b="1">
                <a:solidFill>
                  <a:srgbClr val="F3F1E7"/>
                </a:solidFill>
                <a:latin typeface="Helvetica Neue"/>
                <a:ea typeface="Helvetica Neue"/>
                <a:cs typeface="Helvetica Neue"/>
              </a:defRPr>
            </a:lvl5pPr>
            <a:lvl6pPr>
              <a:defRPr sz="2775" b="1">
                <a:solidFill>
                  <a:srgbClr val="F3F1E7"/>
                </a:solidFill>
                <a:latin typeface="Helvetica Neue"/>
                <a:ea typeface="Helvetica Neue"/>
                <a:cs typeface="Helvetica Neue"/>
              </a:defRPr>
            </a:lvl6pPr>
            <a:lvl7pPr>
              <a:defRPr sz="2775" b="1">
                <a:solidFill>
                  <a:srgbClr val="F3F1E7"/>
                </a:solidFill>
                <a:latin typeface="Helvetica Neue"/>
                <a:ea typeface="Helvetica Neue"/>
                <a:cs typeface="Helvetica Neue"/>
              </a:defRPr>
            </a:lvl7pPr>
            <a:lvl8pPr>
              <a:defRPr sz="2775" b="1">
                <a:solidFill>
                  <a:srgbClr val="F3F1E7"/>
                </a:solidFill>
                <a:latin typeface="Helvetica Neue"/>
                <a:ea typeface="Helvetica Neue"/>
                <a:cs typeface="Helvetica Neue"/>
              </a:defRPr>
            </a:lvl8pPr>
            <a:lvl9pPr>
              <a:defRPr sz="2775" b="1">
                <a:solidFill>
                  <a:srgbClr val="F3F1E7"/>
                </a:solidFill>
                <a:latin typeface="Helvetica Neue"/>
                <a:ea typeface="Helvetica Neue"/>
                <a:cs typeface="Helvetica Neue"/>
              </a:defRPr>
            </a:lvl9pPr>
          </a:lstStyle>
          <a:p xmlns:a="http://schemas.openxmlformats.org/drawingml/2006/main">
            <a:pPr>
              <a:defRPr sz="2775" b="1">
                <a:solidFill>
                  <a:srgbClr val="F3F1E7"/>
                </a:solidFill>
                <a:latin typeface="Helvetica Neue"/>
                <a:ea typeface="Helvetica Neue"/>
                <a:cs typeface="Helvetica Neue"/>
              </a:defRPr>
            </a:pPr>
            <a:r>
              <a:rPr sz="2775" b="1">
                <a:solidFill>
                  <a:srgbClr val="F3F1E7"/>
                </a:solidFill>
                <a:latin typeface="Helvetica Neue"/>
                <a:ea typeface="Helvetica Neue"/>
                <a:cs typeface="Helvetica Neue"/>
              </a:rPr>
              <a:t>One approved wading bird takes two slow steps</a:t>
            </a:r>
          </a:p>
          <a:p xmlns:a="http://schemas.openxmlformats.org/drawingml/2006/main">
            <a:pPr>
              <a:defRPr sz="2775" b="1">
                <a:solidFill>
                  <a:srgbClr val="F3F1E7"/>
                </a:solidFill>
                <a:latin typeface="Helvetica Neue"/>
                <a:ea typeface="Helvetica Neue"/>
                <a:cs typeface="Helvetica Neue"/>
              </a:defRPr>
            </a:pPr>
            <a:r>
              <a:rPr sz="2775" b="1">
                <a:solidFill>
                  <a:srgbClr val="F3F1E7"/>
                </a:solidFill>
                <a:latin typeface="Helvetica Neue"/>
                <a:ea typeface="Helvetica Neue"/>
                <a:cs typeface="Helvetica Neue"/>
              </a:rPr>
              <a:t>beside reeds. Gentle ripples cross still water.</a:t>
            </a:r>
          </a:p>
        </p:txBody>
      </p:sp>
      <p:sp>
        <p:nvSpPr>
          <p:cNvPr id="7" name="">
            <a:extLst xmlns:a="http://schemas.openxmlformats.org/drawingml/2006/main">
              <a:ext uri="{FF2B5EF4-FFF2-40B4-BE49-F238E27FC236}">
                <a16:creationId xmlns:a16="http://schemas.microsoft.com/office/drawing/2014/main" id="{682A215F-4C08-415F-BC62-8242E15E876E}"/>
              </a:ext>
            </a:extLst>
          </p:cNvPr>
          <p:cNvSpPr>
            <a:spLocks xmlns:a="http://schemas.openxmlformats.org/drawingml/2006/main" noGrp="1"/>
          </p:cNvSpPr>
          <p:nvPr/>
        </p:nvSpPr>
        <p:spPr>
          <a:xfrm xmlns:a="http://schemas.openxmlformats.org/drawingml/2006/main">
            <a:off x="609600" y="4410075"/>
            <a:ext cx="10668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950" b="0">
                <a:solidFill>
                  <a:srgbClr val="B9DDC9"/>
                </a:solidFill>
                <a:latin typeface="Helvetica Neue"/>
                <a:ea typeface="Helvetica Neue"/>
                <a:cs typeface="Helvetica Neue"/>
              </a:defRPr>
            </a:defPPr>
            <a:lvl1pPr>
              <a:defRPr sz="1950" b="0">
                <a:solidFill>
                  <a:srgbClr val="B9DDC9"/>
                </a:solidFill>
                <a:latin typeface="Helvetica Neue"/>
                <a:ea typeface="Helvetica Neue"/>
                <a:cs typeface="Helvetica Neue"/>
              </a:defRPr>
            </a:lvl1pPr>
            <a:lvl2pPr>
              <a:defRPr sz="1950" b="0">
                <a:solidFill>
                  <a:srgbClr val="B9DDC9"/>
                </a:solidFill>
                <a:latin typeface="Helvetica Neue"/>
                <a:ea typeface="Helvetica Neue"/>
                <a:cs typeface="Helvetica Neue"/>
              </a:defRPr>
            </a:lvl2pPr>
            <a:lvl3pPr>
              <a:defRPr sz="1950" b="0">
                <a:solidFill>
                  <a:srgbClr val="B9DDC9"/>
                </a:solidFill>
                <a:latin typeface="Helvetica Neue"/>
                <a:ea typeface="Helvetica Neue"/>
                <a:cs typeface="Helvetica Neue"/>
              </a:defRPr>
            </a:lvl3pPr>
            <a:lvl4pPr>
              <a:defRPr sz="1950" b="0">
                <a:solidFill>
                  <a:srgbClr val="B9DDC9"/>
                </a:solidFill>
                <a:latin typeface="Helvetica Neue"/>
                <a:ea typeface="Helvetica Neue"/>
                <a:cs typeface="Helvetica Neue"/>
              </a:defRPr>
            </a:lvl4pPr>
            <a:lvl5pPr>
              <a:defRPr sz="1950" b="0">
                <a:solidFill>
                  <a:srgbClr val="B9DDC9"/>
                </a:solidFill>
                <a:latin typeface="Helvetica Neue"/>
                <a:ea typeface="Helvetica Neue"/>
                <a:cs typeface="Helvetica Neue"/>
              </a:defRPr>
            </a:lvl5pPr>
            <a:lvl6pPr>
              <a:defRPr sz="1950" b="0">
                <a:solidFill>
                  <a:srgbClr val="B9DDC9"/>
                </a:solidFill>
                <a:latin typeface="Helvetica Neue"/>
                <a:ea typeface="Helvetica Neue"/>
                <a:cs typeface="Helvetica Neue"/>
              </a:defRPr>
            </a:lvl6pPr>
            <a:lvl7pPr>
              <a:defRPr sz="1950" b="0">
                <a:solidFill>
                  <a:srgbClr val="B9DDC9"/>
                </a:solidFill>
                <a:latin typeface="Helvetica Neue"/>
                <a:ea typeface="Helvetica Neue"/>
                <a:cs typeface="Helvetica Neue"/>
              </a:defRPr>
            </a:lvl7pPr>
            <a:lvl8pPr>
              <a:defRPr sz="1950" b="0">
                <a:solidFill>
                  <a:srgbClr val="B9DDC9"/>
                </a:solidFill>
                <a:latin typeface="Helvetica Neue"/>
                <a:ea typeface="Helvetica Neue"/>
                <a:cs typeface="Helvetica Neue"/>
              </a:defRPr>
            </a:lvl8pPr>
            <a:lvl9pPr>
              <a:defRPr sz="1950" b="0">
                <a:solidFill>
                  <a:srgbClr val="B9DDC9"/>
                </a:solidFill>
                <a:latin typeface="Helvetica Neue"/>
                <a:ea typeface="Helvetica Neue"/>
                <a:cs typeface="Helvetica Neue"/>
              </a:defRPr>
            </a:lvl9pPr>
          </a:lstStyle>
          <a:p xmlns:a="http://schemas.openxmlformats.org/drawingml/2006/main">
            <a:pPr>
              <a:defRPr sz="1950" b="0">
                <a:solidFill>
                  <a:srgbClr val="B9DDC9"/>
                </a:solidFill>
                <a:latin typeface="Helvetica Neue"/>
                <a:ea typeface="Helvetica Neue"/>
                <a:cs typeface="Helvetica Neue"/>
              </a:defRPr>
            </a:pPr>
            <a:r>
              <a:rPr sz="1950" b="0">
                <a:solidFill>
                  <a:srgbClr val="B9DDC9"/>
                </a:solidFill>
                <a:latin typeface="Helvetica Neue"/>
                <a:ea typeface="Helvetica Neue"/>
                <a:cs typeface="Helvetica Neue"/>
              </a:rPr>
              <a:t>Prompt direction: preserve the reference anatomy and habitat.</a:t>
            </a:r>
          </a:p>
          <a:p xmlns:a="http://schemas.openxmlformats.org/drawingml/2006/main">
            <a:pPr>
              <a:defRPr sz="1950" b="0">
                <a:solidFill>
                  <a:srgbClr val="B9DDC9"/>
                </a:solidFill>
                <a:latin typeface="Helvetica Neue"/>
                <a:ea typeface="Helvetica Neue"/>
                <a:cs typeface="Helvetica Neue"/>
              </a:defRPr>
            </a:pPr>
            <a:r>
              <a:rPr sz="1950" b="0">
                <a:solidFill>
                  <a:srgbClr val="B9DDC9"/>
                </a:solidFill>
                <a:latin typeface="Helvetica Neue"/>
                <a:ea typeface="Helvetica Neue"/>
                <a:cs typeface="Helvetica Neue"/>
              </a:rPr>
              <a:t>Use a fixed wide camera, subtle motion and no additional species.</a:t>
            </a:r>
          </a:p>
        </p:txBody>
      </p:sp>
      <p:sp>
        <p:nvSpPr>
          <p:cNvPr id="8" name="">
            <a:extLst xmlns:a="http://schemas.openxmlformats.org/drawingml/2006/main">
              <a:ext uri="{FF2B5EF4-FFF2-40B4-BE49-F238E27FC236}">
                <a16:creationId xmlns:a16="http://schemas.microsoft.com/office/drawing/2014/main" id="{6F6FB77F-7177-41DE-9452-1A305BB4E64C}"/>
              </a:ext>
            </a:extLst>
          </p:cNvPr>
          <p:cNvSpPr>
            <a:spLocks xmlns:a="http://schemas.openxmlformats.org/drawingml/2006/main" noGrp="1"/>
          </p:cNvSpPr>
          <p:nvPr/>
        </p:nvSpPr>
        <p:spPr>
          <a:xfrm xmlns:a="http://schemas.openxmlformats.org/drawingml/2006/main">
            <a:off x="609600" y="5695950"/>
            <a:ext cx="10668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50" b="0">
                <a:solidFill>
                  <a:srgbClr val="D6AE61"/>
                </a:solidFill>
                <a:latin typeface="Helvetica Neue"/>
                <a:ea typeface="Helvetica Neue"/>
                <a:cs typeface="Helvetica Neue"/>
              </a:defRPr>
            </a:defPPr>
            <a:lvl1pPr>
              <a:defRPr sz="1650" b="0">
                <a:solidFill>
                  <a:srgbClr val="D6AE61"/>
                </a:solidFill>
                <a:latin typeface="Helvetica Neue"/>
                <a:ea typeface="Helvetica Neue"/>
                <a:cs typeface="Helvetica Neue"/>
              </a:defRPr>
            </a:lvl1pPr>
            <a:lvl2pPr>
              <a:defRPr sz="1650" b="0">
                <a:solidFill>
                  <a:srgbClr val="D6AE61"/>
                </a:solidFill>
                <a:latin typeface="Helvetica Neue"/>
                <a:ea typeface="Helvetica Neue"/>
                <a:cs typeface="Helvetica Neue"/>
              </a:defRPr>
            </a:lvl2pPr>
            <a:lvl3pPr>
              <a:defRPr sz="1650" b="0">
                <a:solidFill>
                  <a:srgbClr val="D6AE61"/>
                </a:solidFill>
                <a:latin typeface="Helvetica Neue"/>
                <a:ea typeface="Helvetica Neue"/>
                <a:cs typeface="Helvetica Neue"/>
              </a:defRPr>
            </a:lvl3pPr>
            <a:lvl4pPr>
              <a:defRPr sz="1650" b="0">
                <a:solidFill>
                  <a:srgbClr val="D6AE61"/>
                </a:solidFill>
                <a:latin typeface="Helvetica Neue"/>
                <a:ea typeface="Helvetica Neue"/>
                <a:cs typeface="Helvetica Neue"/>
              </a:defRPr>
            </a:lvl4pPr>
            <a:lvl5pPr>
              <a:defRPr sz="1650" b="0">
                <a:solidFill>
                  <a:srgbClr val="D6AE61"/>
                </a:solidFill>
                <a:latin typeface="Helvetica Neue"/>
                <a:ea typeface="Helvetica Neue"/>
                <a:cs typeface="Helvetica Neue"/>
              </a:defRPr>
            </a:lvl5pPr>
            <a:lvl6pPr>
              <a:defRPr sz="1650" b="0">
                <a:solidFill>
                  <a:srgbClr val="D6AE61"/>
                </a:solidFill>
                <a:latin typeface="Helvetica Neue"/>
                <a:ea typeface="Helvetica Neue"/>
                <a:cs typeface="Helvetica Neue"/>
              </a:defRPr>
            </a:lvl6pPr>
            <a:lvl7pPr>
              <a:defRPr sz="1650" b="0">
                <a:solidFill>
                  <a:srgbClr val="D6AE61"/>
                </a:solidFill>
                <a:latin typeface="Helvetica Neue"/>
                <a:ea typeface="Helvetica Neue"/>
                <a:cs typeface="Helvetica Neue"/>
              </a:defRPr>
            </a:lvl7pPr>
            <a:lvl8pPr>
              <a:defRPr sz="1650" b="0">
                <a:solidFill>
                  <a:srgbClr val="D6AE61"/>
                </a:solidFill>
                <a:latin typeface="Helvetica Neue"/>
                <a:ea typeface="Helvetica Neue"/>
                <a:cs typeface="Helvetica Neue"/>
              </a:defRPr>
            </a:lvl8pPr>
            <a:lvl9pPr>
              <a:defRPr sz="1650" b="0">
                <a:solidFill>
                  <a:srgbClr val="D6AE61"/>
                </a:solidFill>
                <a:latin typeface="Helvetica Neue"/>
                <a:ea typeface="Helvetica Neue"/>
                <a:cs typeface="Helvetica Neue"/>
              </a:defRPr>
            </a:lvl9pPr>
          </a:lstStyle>
          <a:p xmlns:a="http://schemas.openxmlformats.org/drawingml/2006/main">
            <a:pPr>
              <a:defRPr sz="1650" b="0">
                <a:solidFill>
                  <a:srgbClr val="D6AE61"/>
                </a:solidFill>
                <a:latin typeface="Helvetica Neue"/>
                <a:ea typeface="Helvetica Neue"/>
                <a:cs typeface="Helvetica Neue"/>
              </a:defRPr>
            </a:pPr>
            <a:r>
              <a:rPr sz="1650" b="0">
                <a:solidFill>
                  <a:srgbClr val="D6AE61"/>
                </a:solidFill>
                <a:latin typeface="Helvetica Neue"/>
                <a:ea typeface="Helvetica Neue"/>
                <a:cs typeface="Helvetica Neue"/>
              </a:rPr>
              <a:t>Illustrative scenario for the planned reference-conditioned workflow.</a:t>
            </a:r>
          </a:p>
        </p:txBody>
      </p:sp>
    </p:spTree>
    <p:extLst>
      <p:ext uri="{BB962C8B-B14F-4D97-AF65-F5344CB8AC3E}">
        <p14:creationId xmlns:p14="http://schemas.microsoft.com/office/powerpoint/2010/main" val="2108855006"/>
      </p:ext>
    </p:extLst>
  </p:cSld>
</p:sld>
</file>

<file path=ppt/slides/slide6.xml><?xml version="1.0" encoding="utf-8"?>
<p:sld xmlns:p="http://schemas.openxmlformats.org/presentationml/2006/main">
  <p:cSld>
    <p:bg>
      <p:bgPr>
        <a:solidFill xmlns:a="http://schemas.openxmlformats.org/drawingml/2006/main">
          <a:srgbClr val="F3F1E7"/>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CD7C4829-4303-4D82-A355-9F128C73D446}"/>
              </a:ext>
            </a:extLst>
          </p:cNvPr>
          <p:cNvSpPr>
            <a:spLocks xmlns:a="http://schemas.openxmlformats.org/drawingml/2006/main" noGrp="1"/>
          </p:cNvSpPr>
          <p:nvPr/>
        </p:nvSpPr>
        <p:spPr>
          <a:xfrm xmlns:a="http://schemas.openxmlformats.org/drawingml/2006/main">
            <a:off x="609600" y="476250"/>
            <a:ext cx="109537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362D"/>
                </a:solidFill>
                <a:latin typeface="Helvetica Neue"/>
                <a:ea typeface="Helvetica Neue"/>
                <a:cs typeface="Helvetica Neue"/>
              </a:defRPr>
            </a:defPPr>
            <a:lvl1pPr>
              <a:defRPr sz="3150" b="1">
                <a:solidFill>
                  <a:srgbClr val="14362D"/>
                </a:solidFill>
                <a:latin typeface="Helvetica Neue"/>
                <a:ea typeface="Helvetica Neue"/>
                <a:cs typeface="Helvetica Neue"/>
              </a:defRPr>
            </a:lvl1pPr>
            <a:lvl2pPr>
              <a:defRPr sz="3150" b="1">
                <a:solidFill>
                  <a:srgbClr val="14362D"/>
                </a:solidFill>
                <a:latin typeface="Helvetica Neue"/>
                <a:ea typeface="Helvetica Neue"/>
                <a:cs typeface="Helvetica Neue"/>
              </a:defRPr>
            </a:lvl2pPr>
            <a:lvl3pPr>
              <a:defRPr sz="3150" b="1">
                <a:solidFill>
                  <a:srgbClr val="14362D"/>
                </a:solidFill>
                <a:latin typeface="Helvetica Neue"/>
                <a:ea typeface="Helvetica Neue"/>
                <a:cs typeface="Helvetica Neue"/>
              </a:defRPr>
            </a:lvl3pPr>
            <a:lvl4pPr>
              <a:defRPr sz="3150" b="1">
                <a:solidFill>
                  <a:srgbClr val="14362D"/>
                </a:solidFill>
                <a:latin typeface="Helvetica Neue"/>
                <a:ea typeface="Helvetica Neue"/>
                <a:cs typeface="Helvetica Neue"/>
              </a:defRPr>
            </a:lvl4pPr>
            <a:lvl5pPr>
              <a:defRPr sz="3150" b="1">
                <a:solidFill>
                  <a:srgbClr val="14362D"/>
                </a:solidFill>
                <a:latin typeface="Helvetica Neue"/>
                <a:ea typeface="Helvetica Neue"/>
                <a:cs typeface="Helvetica Neue"/>
              </a:defRPr>
            </a:lvl5pPr>
            <a:lvl6pPr>
              <a:defRPr sz="3150" b="1">
                <a:solidFill>
                  <a:srgbClr val="14362D"/>
                </a:solidFill>
                <a:latin typeface="Helvetica Neue"/>
                <a:ea typeface="Helvetica Neue"/>
                <a:cs typeface="Helvetica Neue"/>
              </a:defRPr>
            </a:lvl6pPr>
            <a:lvl7pPr>
              <a:defRPr sz="3150" b="1">
                <a:solidFill>
                  <a:srgbClr val="14362D"/>
                </a:solidFill>
                <a:latin typeface="Helvetica Neue"/>
                <a:ea typeface="Helvetica Neue"/>
                <a:cs typeface="Helvetica Neue"/>
              </a:defRPr>
            </a:lvl7pPr>
            <a:lvl8pPr>
              <a:defRPr sz="3150" b="1">
                <a:solidFill>
                  <a:srgbClr val="14362D"/>
                </a:solidFill>
                <a:latin typeface="Helvetica Neue"/>
                <a:ea typeface="Helvetica Neue"/>
                <a:cs typeface="Helvetica Neue"/>
              </a:defRPr>
            </a:lvl8pPr>
            <a:lvl9pPr>
              <a:defRPr sz="3150" b="1">
                <a:solidFill>
                  <a:srgbClr val="14362D"/>
                </a:solidFill>
                <a:latin typeface="Helvetica Neue"/>
                <a:ea typeface="Helvetica Neue"/>
                <a:cs typeface="Helvetica Neue"/>
              </a:defRPr>
            </a:lvl9pPr>
          </a:lstStyle>
          <a:p xmlns:a="http://schemas.openxmlformats.org/drawingml/2006/main">
            <a:pPr>
              <a:defRPr sz="3150" b="1">
                <a:solidFill>
                  <a:srgbClr val="14362D"/>
                </a:solidFill>
                <a:latin typeface="Helvetica Neue"/>
                <a:ea typeface="Helvetica Neue"/>
                <a:cs typeface="Helvetica Neue"/>
              </a:defRPr>
            </a:pPr>
            <a:r>
              <a:rPr sz="3150" b="1">
                <a:solidFill>
                  <a:srgbClr val="14362D"/>
                </a:solidFill>
                <a:latin typeface="Helvetica Neue"/>
                <a:ea typeface="Helvetica Neue"/>
                <a:cs typeface="Helvetica Neue"/>
              </a:rPr>
              <a:t>Proposed software and hardware architecture</a:t>
            </a:r>
          </a:p>
        </p:txBody>
      </p:sp>
      <p:sp>
        <p:nvSpPr>
          <p:cNvPr id="2" name="">
            <a:extLst xmlns:a="http://schemas.openxmlformats.org/drawingml/2006/main">
              <a:ext uri="{FF2B5EF4-FFF2-40B4-BE49-F238E27FC236}">
                <a16:creationId xmlns:a16="http://schemas.microsoft.com/office/drawing/2014/main" id="{A223DB82-1147-440D-B998-604FAFD5464F}"/>
              </a:ext>
            </a:extLst>
          </p:cNvPr>
          <p:cNvSpPr>
            <a:spLocks xmlns:a="http://schemas.openxmlformats.org/drawingml/2006/main" noGrp="1"/>
          </p:cNvSpPr>
          <p:nvPr/>
        </p:nvSpPr>
        <p:spPr>
          <a:xfrm xmlns:a="http://schemas.openxmlformats.org/drawingml/2006/main">
            <a:off x="609600" y="1533525"/>
            <a:ext cx="10972800" cy="19050"/>
          </a:xfrm>
          <a:prstGeom xmlns:a="http://schemas.openxmlformats.org/drawingml/2006/main" prst="rect">
            <a:avLst/>
          </a:prstGeom>
          <a:solidFill xmlns:a="http://schemas.openxmlformats.org/drawingml/2006/main">
            <a:srgbClr val="C5CCC1"/>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B320FBA8-642C-49C0-9BD1-6CE502439791}"/>
              </a:ext>
            </a:extLst>
          </p:cNvPr>
          <p:cNvSpPr>
            <a:spLocks xmlns:a="http://schemas.openxmlformats.org/drawingml/2006/main" noGrp="1"/>
          </p:cNvSpPr>
          <p:nvPr/>
        </p:nvSpPr>
        <p:spPr>
          <a:xfrm xmlns:a="http://schemas.openxmlformats.org/drawingml/2006/main">
            <a:off x="609600" y="6419850"/>
            <a:ext cx="9525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50665B"/>
                </a:solidFill>
                <a:latin typeface="Helvetica Neue"/>
                <a:ea typeface="Helvetica Neue"/>
                <a:cs typeface="Helvetica Neue"/>
              </a:defRPr>
            </a:defPPr>
            <a:lvl1pPr>
              <a:defRPr sz="1050" b="0">
                <a:solidFill>
                  <a:srgbClr val="50665B"/>
                </a:solidFill>
                <a:latin typeface="Helvetica Neue"/>
                <a:ea typeface="Helvetica Neue"/>
                <a:cs typeface="Helvetica Neue"/>
              </a:defRPr>
            </a:lvl1pPr>
            <a:lvl2pPr>
              <a:defRPr sz="1050" b="0">
                <a:solidFill>
                  <a:srgbClr val="50665B"/>
                </a:solidFill>
                <a:latin typeface="Helvetica Neue"/>
                <a:ea typeface="Helvetica Neue"/>
                <a:cs typeface="Helvetica Neue"/>
              </a:defRPr>
            </a:lvl2pPr>
            <a:lvl3pPr>
              <a:defRPr sz="1050" b="0">
                <a:solidFill>
                  <a:srgbClr val="50665B"/>
                </a:solidFill>
                <a:latin typeface="Helvetica Neue"/>
                <a:ea typeface="Helvetica Neue"/>
                <a:cs typeface="Helvetica Neue"/>
              </a:defRPr>
            </a:lvl3pPr>
            <a:lvl4pPr>
              <a:defRPr sz="1050" b="0">
                <a:solidFill>
                  <a:srgbClr val="50665B"/>
                </a:solidFill>
                <a:latin typeface="Helvetica Neue"/>
                <a:ea typeface="Helvetica Neue"/>
                <a:cs typeface="Helvetica Neue"/>
              </a:defRPr>
            </a:lvl4pPr>
            <a:lvl5pPr>
              <a:defRPr sz="1050" b="0">
                <a:solidFill>
                  <a:srgbClr val="50665B"/>
                </a:solidFill>
                <a:latin typeface="Helvetica Neue"/>
                <a:ea typeface="Helvetica Neue"/>
                <a:cs typeface="Helvetica Neue"/>
              </a:defRPr>
            </a:lvl5pPr>
            <a:lvl6pPr>
              <a:defRPr sz="1050" b="0">
                <a:solidFill>
                  <a:srgbClr val="50665B"/>
                </a:solidFill>
                <a:latin typeface="Helvetica Neue"/>
                <a:ea typeface="Helvetica Neue"/>
                <a:cs typeface="Helvetica Neue"/>
              </a:defRPr>
            </a:lvl6pPr>
            <a:lvl7pPr>
              <a:defRPr sz="1050" b="0">
                <a:solidFill>
                  <a:srgbClr val="50665B"/>
                </a:solidFill>
                <a:latin typeface="Helvetica Neue"/>
                <a:ea typeface="Helvetica Neue"/>
                <a:cs typeface="Helvetica Neue"/>
              </a:defRPr>
            </a:lvl7pPr>
            <a:lvl8pPr>
              <a:defRPr sz="1050" b="0">
                <a:solidFill>
                  <a:srgbClr val="50665B"/>
                </a:solidFill>
                <a:latin typeface="Helvetica Neue"/>
                <a:ea typeface="Helvetica Neue"/>
                <a:cs typeface="Helvetica Neue"/>
              </a:defRPr>
            </a:lvl8pPr>
            <a:lvl9pPr>
              <a:defRPr sz="1050" b="0">
                <a:solidFill>
                  <a:srgbClr val="50665B"/>
                </a:solidFill>
                <a:latin typeface="Helvetica Neue"/>
                <a:ea typeface="Helvetica Neue"/>
                <a:cs typeface="Helvetica Neue"/>
              </a:defRPr>
            </a:lvl9pPr>
          </a:lstStyle>
          <a:p xmlns:a="http://schemas.openxmlformats.org/drawingml/2006/main">
            <a:pPr>
              <a:defRPr sz="1050" b="0">
                <a:solidFill>
                  <a:srgbClr val="50665B"/>
                </a:solidFill>
                <a:latin typeface="Helvetica Neue"/>
                <a:ea typeface="Helvetica Neue"/>
                <a:cs typeface="Helvetica Neue"/>
              </a:defRPr>
            </a:pPr>
            <a:r>
              <a:rPr sz="1050" b="0">
                <a:solidFill>
                  <a:srgbClr val="50665B"/>
                </a:solidFill>
                <a:latin typeface="Helvetica Neue"/>
                <a:ea typeface="Helvetica Neue"/>
                <a:cs typeface="Helvetica Neue"/>
              </a:rPr>
              <a:t>STAGE I / PROJECT PLAN</a:t>
            </a:r>
          </a:p>
        </p:txBody>
      </p:sp>
      <p:sp>
        <p:nvSpPr>
          <p:cNvPr id="4" name="">
            <a:extLst xmlns:a="http://schemas.openxmlformats.org/drawingml/2006/main">
              <a:ext uri="{FF2B5EF4-FFF2-40B4-BE49-F238E27FC236}">
                <a16:creationId xmlns:a16="http://schemas.microsoft.com/office/drawing/2014/main" id="{C661EA2C-494A-436E-824B-E516F7378925}"/>
              </a:ext>
            </a:extLst>
          </p:cNvPr>
          <p:cNvSpPr>
            <a:spLocks xmlns:a="http://schemas.openxmlformats.org/drawingml/2006/main" noGrp="1"/>
          </p:cNvSpPr>
          <p:nvPr/>
        </p:nvSpPr>
        <p:spPr>
          <a:xfrm xmlns:a="http://schemas.openxmlformats.org/drawingml/2006/main">
            <a:off x="11106150" y="6419850"/>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50665B"/>
                </a:solidFill>
                <a:latin typeface="Helvetica Neue"/>
                <a:ea typeface="Helvetica Neue"/>
                <a:cs typeface="Helvetica Neue"/>
              </a:defRPr>
            </a:defPPr>
            <a:lvl1pPr>
              <a:defRPr sz="1050" b="0">
                <a:solidFill>
                  <a:srgbClr val="50665B"/>
                </a:solidFill>
                <a:latin typeface="Helvetica Neue"/>
                <a:ea typeface="Helvetica Neue"/>
                <a:cs typeface="Helvetica Neue"/>
              </a:defRPr>
            </a:lvl1pPr>
            <a:lvl2pPr>
              <a:defRPr sz="1050" b="0">
                <a:solidFill>
                  <a:srgbClr val="50665B"/>
                </a:solidFill>
                <a:latin typeface="Helvetica Neue"/>
                <a:ea typeface="Helvetica Neue"/>
                <a:cs typeface="Helvetica Neue"/>
              </a:defRPr>
            </a:lvl2pPr>
            <a:lvl3pPr>
              <a:defRPr sz="1050" b="0">
                <a:solidFill>
                  <a:srgbClr val="50665B"/>
                </a:solidFill>
                <a:latin typeface="Helvetica Neue"/>
                <a:ea typeface="Helvetica Neue"/>
                <a:cs typeface="Helvetica Neue"/>
              </a:defRPr>
            </a:lvl3pPr>
            <a:lvl4pPr>
              <a:defRPr sz="1050" b="0">
                <a:solidFill>
                  <a:srgbClr val="50665B"/>
                </a:solidFill>
                <a:latin typeface="Helvetica Neue"/>
                <a:ea typeface="Helvetica Neue"/>
                <a:cs typeface="Helvetica Neue"/>
              </a:defRPr>
            </a:lvl4pPr>
            <a:lvl5pPr>
              <a:defRPr sz="1050" b="0">
                <a:solidFill>
                  <a:srgbClr val="50665B"/>
                </a:solidFill>
                <a:latin typeface="Helvetica Neue"/>
                <a:ea typeface="Helvetica Neue"/>
                <a:cs typeface="Helvetica Neue"/>
              </a:defRPr>
            </a:lvl5pPr>
            <a:lvl6pPr>
              <a:defRPr sz="1050" b="0">
                <a:solidFill>
                  <a:srgbClr val="50665B"/>
                </a:solidFill>
                <a:latin typeface="Helvetica Neue"/>
                <a:ea typeface="Helvetica Neue"/>
                <a:cs typeface="Helvetica Neue"/>
              </a:defRPr>
            </a:lvl6pPr>
            <a:lvl7pPr>
              <a:defRPr sz="1050" b="0">
                <a:solidFill>
                  <a:srgbClr val="50665B"/>
                </a:solidFill>
                <a:latin typeface="Helvetica Neue"/>
                <a:ea typeface="Helvetica Neue"/>
                <a:cs typeface="Helvetica Neue"/>
              </a:defRPr>
            </a:lvl7pPr>
            <a:lvl8pPr>
              <a:defRPr sz="1050" b="0">
                <a:solidFill>
                  <a:srgbClr val="50665B"/>
                </a:solidFill>
                <a:latin typeface="Helvetica Neue"/>
                <a:ea typeface="Helvetica Neue"/>
                <a:cs typeface="Helvetica Neue"/>
              </a:defRPr>
            </a:lvl8pPr>
            <a:lvl9pPr>
              <a:defRPr sz="1050" b="0">
                <a:solidFill>
                  <a:srgbClr val="50665B"/>
                </a:solidFill>
                <a:latin typeface="Helvetica Neue"/>
                <a:ea typeface="Helvetica Neue"/>
                <a:cs typeface="Helvetica Neue"/>
              </a:defRPr>
            </a:lvl9pPr>
          </a:lstStyle>
          <a:p xmlns:a="http://schemas.openxmlformats.org/drawingml/2006/main">
            <a:pPr>
              <a:defRPr sz="1050" b="0">
                <a:solidFill>
                  <a:srgbClr val="50665B"/>
                </a:solidFill>
                <a:latin typeface="Helvetica Neue"/>
                <a:ea typeface="Helvetica Neue"/>
                <a:cs typeface="Helvetica Neue"/>
              </a:defRPr>
            </a:pPr>
            <a:r>
              <a:rPr sz="1050" b="0">
                <a:solidFill>
                  <a:srgbClr val="50665B"/>
                </a:solidFill>
                <a:latin typeface="Helvetica Neue"/>
                <a:ea typeface="Helvetica Neue"/>
                <a:cs typeface="Helvetica Neue"/>
              </a:rPr>
              <a:t>06</a:t>
            </a:r>
          </a:p>
        </p:txBody>
      </p:sp>
      <p:sp>
        <p:nvSpPr>
          <p:cNvPr id="5" name="">
            <a:extLst xmlns:a="http://schemas.openxmlformats.org/drawingml/2006/main">
              <a:ext uri="{FF2B5EF4-FFF2-40B4-BE49-F238E27FC236}">
                <a16:creationId xmlns:a16="http://schemas.microsoft.com/office/drawing/2014/main" id="{73B2C16D-5904-473E-BA41-7FC46A7102FE}"/>
              </a:ext>
            </a:extLst>
          </p:cNvPr>
          <p:cNvSpPr>
            <a:spLocks xmlns:a="http://schemas.openxmlformats.org/drawingml/2006/main" noGrp="1"/>
          </p:cNvSpPr>
          <p:nvPr/>
        </p:nvSpPr>
        <p:spPr>
          <a:xfrm xmlns:a="http://schemas.openxmlformats.org/drawingml/2006/main">
            <a:off x="609600" y="2047875"/>
            <a:ext cx="2895600" cy="1133475"/>
          </a:xfrm>
          <a:prstGeom xmlns:a="http://schemas.openxmlformats.org/drawingml/2006/main" prst="rect">
            <a:avLst/>
          </a:prstGeom>
          <a:solidFill xmlns:a="http://schemas.openxmlformats.org/drawingml/2006/main">
            <a:srgbClr val="B9DDC9"/>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4467D4B-7EF9-49B1-B405-8A88D8566703}"/>
              </a:ext>
            </a:extLst>
          </p:cNvPr>
          <p:cNvSpPr>
            <a:spLocks xmlns:a="http://schemas.openxmlformats.org/drawingml/2006/main" noGrp="1"/>
          </p:cNvSpPr>
          <p:nvPr/>
        </p:nvSpPr>
        <p:spPr>
          <a:xfrm xmlns:a="http://schemas.openxmlformats.org/drawingml/2006/main">
            <a:off x="800100" y="2219325"/>
            <a:ext cx="2514600" cy="847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800" b="1">
                <a:solidFill>
                  <a:srgbClr val="14362D"/>
                </a:solidFill>
                <a:latin typeface="Helvetica Neue"/>
                <a:ea typeface="Helvetica Neue"/>
                <a:cs typeface="Helvetica Neue"/>
              </a:defRPr>
            </a:defPPr>
            <a:lvl1pPr>
              <a:defRPr sz="1800" b="1">
                <a:solidFill>
                  <a:srgbClr val="14362D"/>
                </a:solidFill>
                <a:latin typeface="Helvetica Neue"/>
                <a:ea typeface="Helvetica Neue"/>
                <a:cs typeface="Helvetica Neue"/>
              </a:defRPr>
            </a:lvl1pPr>
            <a:lvl2pPr>
              <a:defRPr sz="1800" b="1">
                <a:solidFill>
                  <a:srgbClr val="14362D"/>
                </a:solidFill>
                <a:latin typeface="Helvetica Neue"/>
                <a:ea typeface="Helvetica Neue"/>
                <a:cs typeface="Helvetica Neue"/>
              </a:defRPr>
            </a:lvl2pPr>
            <a:lvl3pPr>
              <a:defRPr sz="1800" b="1">
                <a:solidFill>
                  <a:srgbClr val="14362D"/>
                </a:solidFill>
                <a:latin typeface="Helvetica Neue"/>
                <a:ea typeface="Helvetica Neue"/>
                <a:cs typeface="Helvetica Neue"/>
              </a:defRPr>
            </a:lvl3pPr>
            <a:lvl4pPr>
              <a:defRPr sz="1800" b="1">
                <a:solidFill>
                  <a:srgbClr val="14362D"/>
                </a:solidFill>
                <a:latin typeface="Helvetica Neue"/>
                <a:ea typeface="Helvetica Neue"/>
                <a:cs typeface="Helvetica Neue"/>
              </a:defRPr>
            </a:lvl4pPr>
            <a:lvl5pPr>
              <a:defRPr sz="1800" b="1">
                <a:solidFill>
                  <a:srgbClr val="14362D"/>
                </a:solidFill>
                <a:latin typeface="Helvetica Neue"/>
                <a:ea typeface="Helvetica Neue"/>
                <a:cs typeface="Helvetica Neue"/>
              </a:defRPr>
            </a:lvl5pPr>
            <a:lvl6pPr>
              <a:defRPr sz="1800" b="1">
                <a:solidFill>
                  <a:srgbClr val="14362D"/>
                </a:solidFill>
                <a:latin typeface="Helvetica Neue"/>
                <a:ea typeface="Helvetica Neue"/>
                <a:cs typeface="Helvetica Neue"/>
              </a:defRPr>
            </a:lvl6pPr>
            <a:lvl7pPr>
              <a:defRPr sz="1800" b="1">
                <a:solidFill>
                  <a:srgbClr val="14362D"/>
                </a:solidFill>
                <a:latin typeface="Helvetica Neue"/>
                <a:ea typeface="Helvetica Neue"/>
                <a:cs typeface="Helvetica Neue"/>
              </a:defRPr>
            </a:lvl7pPr>
            <a:lvl8pPr>
              <a:defRPr sz="1800" b="1">
                <a:solidFill>
                  <a:srgbClr val="14362D"/>
                </a:solidFill>
                <a:latin typeface="Helvetica Neue"/>
                <a:ea typeface="Helvetica Neue"/>
                <a:cs typeface="Helvetica Neue"/>
              </a:defRPr>
            </a:lvl8pPr>
            <a:lvl9pPr>
              <a:defRPr sz="1800" b="1">
                <a:solidFill>
                  <a:srgbClr val="14362D"/>
                </a:solidFill>
                <a:latin typeface="Helvetica Neue"/>
                <a:ea typeface="Helvetica Neue"/>
                <a:cs typeface="Helvetica Neue"/>
              </a:defRPr>
            </a:lvl9pPr>
          </a:lstStyle>
          <a:p xmlns:a="http://schemas.openxmlformats.org/drawingml/2006/main">
            <a:pPr>
              <a:defRPr sz="1800" b="1">
                <a:solidFill>
                  <a:srgbClr val="14362D"/>
                </a:solidFill>
                <a:latin typeface="Helvetica Neue"/>
                <a:ea typeface="Helvetica Neue"/>
                <a:cs typeface="Helvetica Neue"/>
              </a:defRPr>
            </a:pPr>
            <a:r>
              <a:rPr sz="1800" b="1">
                <a:solidFill>
                  <a:srgbClr val="14362D"/>
                </a:solidFill>
                <a:latin typeface="Helvetica Neue"/>
                <a:ea typeface="Helvetica Neue"/>
                <a:cs typeface="Helvetica Neue"/>
              </a:rPr>
              <a:t>Browser</a:t>
            </a:r>
          </a:p>
          <a:p xmlns:a="http://schemas.openxmlformats.org/drawingml/2006/main">
            <a:pPr>
              <a:defRPr sz="1800" b="1">
                <a:solidFill>
                  <a:srgbClr val="14362D"/>
                </a:solidFill>
                <a:latin typeface="Helvetica Neue"/>
                <a:ea typeface="Helvetica Neue"/>
                <a:cs typeface="Helvetica Neue"/>
              </a:defRPr>
            </a:pPr>
            <a:r>
              <a:rPr sz="1800" b="1">
                <a:solidFill>
                  <a:srgbClr val="14362D"/>
                </a:solidFill>
                <a:latin typeface="Helvetica Neue"/>
                <a:ea typeface="Helvetica Neue"/>
                <a:cs typeface="Helvetica Neue"/>
              </a:rPr>
              <a:t>Open / status / playback</a:t>
            </a:r>
          </a:p>
        </p:txBody>
      </p:sp>
      <p:sp>
        <p:nvSpPr>
          <p:cNvPr id="7" name="">
            <a:extLst xmlns:a="http://schemas.openxmlformats.org/drawingml/2006/main">
              <a:ext uri="{FF2B5EF4-FFF2-40B4-BE49-F238E27FC236}">
                <a16:creationId xmlns:a16="http://schemas.microsoft.com/office/drawing/2014/main" id="{4003493C-58F8-4BE8-81F5-372D64C6F9FE}"/>
              </a:ext>
            </a:extLst>
          </p:cNvPr>
          <p:cNvSpPr>
            <a:spLocks xmlns:a="http://schemas.openxmlformats.org/drawingml/2006/main" noGrp="1"/>
          </p:cNvSpPr>
          <p:nvPr/>
        </p:nvSpPr>
        <p:spPr>
          <a:xfrm xmlns:a="http://schemas.openxmlformats.org/drawingml/2006/main">
            <a:off x="4476750" y="2047875"/>
            <a:ext cx="3238500" cy="1133475"/>
          </a:xfrm>
          <a:prstGeom xmlns:a="http://schemas.openxmlformats.org/drawingml/2006/main" prst="rect">
            <a:avLst/>
          </a:prstGeom>
          <a:solidFill xmlns:a="http://schemas.openxmlformats.org/drawingml/2006/main">
            <a:srgbClr val="B9DDC9"/>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FCBBEF5-6D6D-4C6B-82D8-40441E299276}"/>
              </a:ext>
            </a:extLst>
          </p:cNvPr>
          <p:cNvSpPr>
            <a:spLocks xmlns:a="http://schemas.openxmlformats.org/drawingml/2006/main" noGrp="1"/>
          </p:cNvSpPr>
          <p:nvPr/>
        </p:nvSpPr>
        <p:spPr>
          <a:xfrm xmlns:a="http://schemas.openxmlformats.org/drawingml/2006/main">
            <a:off x="4667250" y="2219325"/>
            <a:ext cx="2857500" cy="847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800" b="1">
                <a:solidFill>
                  <a:srgbClr val="14362D"/>
                </a:solidFill>
                <a:latin typeface="Helvetica Neue"/>
                <a:ea typeface="Helvetica Neue"/>
                <a:cs typeface="Helvetica Neue"/>
              </a:defRPr>
            </a:defPPr>
            <a:lvl1pPr>
              <a:defRPr sz="1800" b="1">
                <a:solidFill>
                  <a:srgbClr val="14362D"/>
                </a:solidFill>
                <a:latin typeface="Helvetica Neue"/>
                <a:ea typeface="Helvetica Neue"/>
                <a:cs typeface="Helvetica Neue"/>
              </a:defRPr>
            </a:lvl1pPr>
            <a:lvl2pPr>
              <a:defRPr sz="1800" b="1">
                <a:solidFill>
                  <a:srgbClr val="14362D"/>
                </a:solidFill>
                <a:latin typeface="Helvetica Neue"/>
                <a:ea typeface="Helvetica Neue"/>
                <a:cs typeface="Helvetica Neue"/>
              </a:defRPr>
            </a:lvl2pPr>
            <a:lvl3pPr>
              <a:defRPr sz="1800" b="1">
                <a:solidFill>
                  <a:srgbClr val="14362D"/>
                </a:solidFill>
                <a:latin typeface="Helvetica Neue"/>
                <a:ea typeface="Helvetica Neue"/>
                <a:cs typeface="Helvetica Neue"/>
              </a:defRPr>
            </a:lvl3pPr>
            <a:lvl4pPr>
              <a:defRPr sz="1800" b="1">
                <a:solidFill>
                  <a:srgbClr val="14362D"/>
                </a:solidFill>
                <a:latin typeface="Helvetica Neue"/>
                <a:ea typeface="Helvetica Neue"/>
                <a:cs typeface="Helvetica Neue"/>
              </a:defRPr>
            </a:lvl4pPr>
            <a:lvl5pPr>
              <a:defRPr sz="1800" b="1">
                <a:solidFill>
                  <a:srgbClr val="14362D"/>
                </a:solidFill>
                <a:latin typeface="Helvetica Neue"/>
                <a:ea typeface="Helvetica Neue"/>
                <a:cs typeface="Helvetica Neue"/>
              </a:defRPr>
            </a:lvl5pPr>
            <a:lvl6pPr>
              <a:defRPr sz="1800" b="1">
                <a:solidFill>
                  <a:srgbClr val="14362D"/>
                </a:solidFill>
                <a:latin typeface="Helvetica Neue"/>
                <a:ea typeface="Helvetica Neue"/>
                <a:cs typeface="Helvetica Neue"/>
              </a:defRPr>
            </a:lvl6pPr>
            <a:lvl7pPr>
              <a:defRPr sz="1800" b="1">
                <a:solidFill>
                  <a:srgbClr val="14362D"/>
                </a:solidFill>
                <a:latin typeface="Helvetica Neue"/>
                <a:ea typeface="Helvetica Neue"/>
                <a:cs typeface="Helvetica Neue"/>
              </a:defRPr>
            </a:lvl7pPr>
            <a:lvl8pPr>
              <a:defRPr sz="1800" b="1">
                <a:solidFill>
                  <a:srgbClr val="14362D"/>
                </a:solidFill>
                <a:latin typeface="Helvetica Neue"/>
                <a:ea typeface="Helvetica Neue"/>
                <a:cs typeface="Helvetica Neue"/>
              </a:defRPr>
            </a:lvl8pPr>
            <a:lvl9pPr>
              <a:defRPr sz="1800" b="1">
                <a:solidFill>
                  <a:srgbClr val="14362D"/>
                </a:solidFill>
                <a:latin typeface="Helvetica Neue"/>
                <a:ea typeface="Helvetica Neue"/>
                <a:cs typeface="Helvetica Neue"/>
              </a:defRPr>
            </a:lvl9pPr>
          </a:lstStyle>
          <a:p xmlns:a="http://schemas.openxmlformats.org/drawingml/2006/main">
            <a:pPr>
              <a:defRPr sz="1800" b="1">
                <a:solidFill>
                  <a:srgbClr val="14362D"/>
                </a:solidFill>
                <a:latin typeface="Helvetica Neue"/>
                <a:ea typeface="Helvetica Neue"/>
                <a:cs typeface="Helvetica Neue"/>
              </a:defRPr>
            </a:pPr>
            <a:r>
              <a:rPr sz="1800" b="1">
                <a:solidFill>
                  <a:srgbClr val="14362D"/>
                </a:solidFill>
                <a:latin typeface="Helvetica Neue"/>
                <a:ea typeface="Helvetica Neue"/>
                <a:cs typeface="Helvetica Neue"/>
              </a:rPr>
              <a:t>Host coordinator</a:t>
            </a:r>
          </a:p>
          <a:p xmlns:a="http://schemas.openxmlformats.org/drawingml/2006/main">
            <a:pPr>
              <a:defRPr sz="1800" b="1">
                <a:solidFill>
                  <a:srgbClr val="14362D"/>
                </a:solidFill>
                <a:latin typeface="Helvetica Neue"/>
                <a:ea typeface="Helvetica Neue"/>
                <a:cs typeface="Helvetica Neue"/>
              </a:defRPr>
            </a:pPr>
            <a:r>
              <a:rPr sz="1800" b="1">
                <a:solidFill>
                  <a:srgbClr val="14362D"/>
                </a:solidFill>
                <a:latin typeface="Helvetica Neue"/>
                <a:ea typeface="Helvetica Neue"/>
                <a:cs typeface="Helvetica Neue"/>
              </a:rPr>
              <a:t>Domain and references</a:t>
            </a:r>
          </a:p>
        </p:txBody>
      </p:sp>
      <p:sp>
        <p:nvSpPr>
          <p:cNvPr id="9" name="">
            <a:extLst xmlns:a="http://schemas.openxmlformats.org/drawingml/2006/main">
              <a:ext uri="{FF2B5EF4-FFF2-40B4-BE49-F238E27FC236}">
                <a16:creationId xmlns:a16="http://schemas.microsoft.com/office/drawing/2014/main" id="{7EF1EC82-AC6C-483E-AE88-C24E736E8EC2}"/>
              </a:ext>
            </a:extLst>
          </p:cNvPr>
          <p:cNvSpPr>
            <a:spLocks xmlns:a="http://schemas.openxmlformats.org/drawingml/2006/main" noGrp="1"/>
          </p:cNvSpPr>
          <p:nvPr/>
        </p:nvSpPr>
        <p:spPr>
          <a:xfrm xmlns:a="http://schemas.openxmlformats.org/drawingml/2006/main">
            <a:off x="8705850" y="2047875"/>
            <a:ext cx="2876550" cy="1133475"/>
          </a:xfrm>
          <a:prstGeom xmlns:a="http://schemas.openxmlformats.org/drawingml/2006/main" prst="rect">
            <a:avLst/>
          </a:prstGeom>
          <a:solidFill xmlns:a="http://schemas.openxmlformats.org/drawingml/2006/main">
            <a:srgbClr val="2F776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03E189B-BEF6-487F-A510-0BE7D103B18E}"/>
              </a:ext>
            </a:extLst>
          </p:cNvPr>
          <p:cNvSpPr>
            <a:spLocks xmlns:a="http://schemas.openxmlformats.org/drawingml/2006/main" noGrp="1"/>
          </p:cNvSpPr>
          <p:nvPr/>
        </p:nvSpPr>
        <p:spPr>
          <a:xfrm xmlns:a="http://schemas.openxmlformats.org/drawingml/2006/main">
            <a:off x="8896350" y="2219325"/>
            <a:ext cx="2495550" cy="847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800" b="1">
                <a:solidFill>
                  <a:srgbClr val="FFFFFF"/>
                </a:solidFill>
                <a:latin typeface="Helvetica Neue"/>
                <a:ea typeface="Helvetica Neue"/>
                <a:cs typeface="Helvetica Neue"/>
              </a:defRPr>
            </a:defPPr>
            <a:lvl1pPr>
              <a:defRPr sz="1800" b="1">
                <a:solidFill>
                  <a:srgbClr val="FFFFFF"/>
                </a:solidFill>
                <a:latin typeface="Helvetica Neue"/>
                <a:ea typeface="Helvetica Neue"/>
                <a:cs typeface="Helvetica Neue"/>
              </a:defRPr>
            </a:lvl1pPr>
            <a:lvl2pPr>
              <a:defRPr sz="1800" b="1">
                <a:solidFill>
                  <a:srgbClr val="FFFFFF"/>
                </a:solidFill>
                <a:latin typeface="Helvetica Neue"/>
                <a:ea typeface="Helvetica Neue"/>
                <a:cs typeface="Helvetica Neue"/>
              </a:defRPr>
            </a:lvl2pPr>
            <a:lvl3pPr>
              <a:defRPr sz="1800" b="1">
                <a:solidFill>
                  <a:srgbClr val="FFFFFF"/>
                </a:solidFill>
                <a:latin typeface="Helvetica Neue"/>
                <a:ea typeface="Helvetica Neue"/>
                <a:cs typeface="Helvetica Neue"/>
              </a:defRPr>
            </a:lvl3pPr>
            <a:lvl4pPr>
              <a:defRPr sz="1800" b="1">
                <a:solidFill>
                  <a:srgbClr val="FFFFFF"/>
                </a:solidFill>
                <a:latin typeface="Helvetica Neue"/>
                <a:ea typeface="Helvetica Neue"/>
                <a:cs typeface="Helvetica Neue"/>
              </a:defRPr>
            </a:lvl4pPr>
            <a:lvl5pPr>
              <a:defRPr sz="1800" b="1">
                <a:solidFill>
                  <a:srgbClr val="FFFFFF"/>
                </a:solidFill>
                <a:latin typeface="Helvetica Neue"/>
                <a:ea typeface="Helvetica Neue"/>
                <a:cs typeface="Helvetica Neue"/>
              </a:defRPr>
            </a:lvl5pPr>
            <a:lvl6pPr>
              <a:defRPr sz="1800" b="1">
                <a:solidFill>
                  <a:srgbClr val="FFFFFF"/>
                </a:solidFill>
                <a:latin typeface="Helvetica Neue"/>
                <a:ea typeface="Helvetica Neue"/>
                <a:cs typeface="Helvetica Neue"/>
              </a:defRPr>
            </a:lvl6pPr>
            <a:lvl7pPr>
              <a:defRPr sz="1800" b="1">
                <a:solidFill>
                  <a:srgbClr val="FFFFFF"/>
                </a:solidFill>
                <a:latin typeface="Helvetica Neue"/>
                <a:ea typeface="Helvetica Neue"/>
                <a:cs typeface="Helvetica Neue"/>
              </a:defRPr>
            </a:lvl7pPr>
            <a:lvl8pPr>
              <a:defRPr sz="1800" b="1">
                <a:solidFill>
                  <a:srgbClr val="FFFFFF"/>
                </a:solidFill>
                <a:latin typeface="Helvetica Neue"/>
                <a:ea typeface="Helvetica Neue"/>
                <a:cs typeface="Helvetica Neue"/>
              </a:defRPr>
            </a:lvl8pPr>
            <a:lvl9pPr>
              <a:defRPr sz="1800" b="1">
                <a:solidFill>
                  <a:srgbClr val="FFFFFF"/>
                </a:solidFill>
                <a:latin typeface="Helvetica Neue"/>
                <a:ea typeface="Helvetica Neue"/>
                <a:cs typeface="Helvetica Neue"/>
              </a:defRPr>
            </a:lvl9pPr>
          </a:lstStyle>
          <a:p xmlns:a="http://schemas.openxmlformats.org/drawingml/2006/main">
            <a:pPr>
              <a:defRPr sz="1800" b="1">
                <a:solidFill>
                  <a:srgbClr val="FFFFFF"/>
                </a:solidFill>
                <a:latin typeface="Helvetica Neue"/>
                <a:ea typeface="Helvetica Neue"/>
                <a:cs typeface="Helvetica Neue"/>
              </a:defRPr>
            </a:pPr>
            <a:r>
              <a:rPr sz="1800" b="1">
                <a:solidFill>
                  <a:srgbClr val="FFFFFF"/>
                </a:solidFill>
                <a:latin typeface="Helvetica Neue"/>
                <a:ea typeface="Helvetica Neue"/>
                <a:cs typeface="Helvetica Neue"/>
              </a:rPr>
              <a:t>Scenario / prompt</a:t>
            </a:r>
          </a:p>
          <a:p xmlns:a="http://schemas.openxmlformats.org/drawingml/2006/main">
            <a:pPr>
              <a:defRPr sz="1800" b="1">
                <a:solidFill>
                  <a:srgbClr val="FFFFFF"/>
                </a:solidFill>
                <a:latin typeface="Helvetica Neue"/>
                <a:ea typeface="Helvetica Neue"/>
                <a:cs typeface="Helvetica Neue"/>
              </a:defRPr>
            </a:pPr>
            <a:r>
              <a:rPr sz="1800" b="1">
                <a:solidFill>
                  <a:srgbClr val="FFFFFF"/>
                </a:solidFill>
                <a:latin typeface="Helvetica Neue"/>
                <a:ea typeface="Helvetica Neue"/>
                <a:cs typeface="Helvetica Neue"/>
              </a:rPr>
              <a:t>UGen300 planning role</a:t>
            </a:r>
          </a:p>
        </p:txBody>
      </p:sp>
      <p:sp>
        <p:nvSpPr>
          <p:cNvPr id="11" name="">
            <a:extLst xmlns:a="http://schemas.openxmlformats.org/drawingml/2006/main">
              <a:ext uri="{FF2B5EF4-FFF2-40B4-BE49-F238E27FC236}">
                <a16:creationId xmlns:a16="http://schemas.microsoft.com/office/drawing/2014/main" id="{D80B823F-3B98-43BF-B1E6-A69C276B2705}"/>
              </a:ext>
            </a:extLst>
          </p:cNvPr>
          <p:cNvSpPr>
            <a:spLocks xmlns:a="http://schemas.openxmlformats.org/drawingml/2006/main" noGrp="1"/>
          </p:cNvSpPr>
          <p:nvPr/>
        </p:nvSpPr>
        <p:spPr>
          <a:xfrm xmlns:a="http://schemas.openxmlformats.org/drawingml/2006/main">
            <a:off x="3505200" y="2590800"/>
            <a:ext cx="971550" cy="28575"/>
          </a:xfrm>
          <a:prstGeom xmlns:a="http://schemas.openxmlformats.org/drawingml/2006/main" prst="rect">
            <a:avLst/>
          </a:prstGeom>
          <a:solidFill xmlns:a="http://schemas.openxmlformats.org/drawingml/2006/main">
            <a:srgbClr val="D6AE61"/>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AC12421-9717-4278-B033-1D984B32BAB7}"/>
              </a:ext>
            </a:extLst>
          </p:cNvPr>
          <p:cNvSpPr>
            <a:spLocks xmlns:a="http://schemas.openxmlformats.org/drawingml/2006/main" noGrp="1"/>
          </p:cNvSpPr>
          <p:nvPr/>
        </p:nvSpPr>
        <p:spPr>
          <a:xfrm xmlns:a="http://schemas.openxmlformats.org/drawingml/2006/main">
            <a:off x="7715250" y="2590800"/>
            <a:ext cx="990600" cy="28575"/>
          </a:xfrm>
          <a:prstGeom xmlns:a="http://schemas.openxmlformats.org/drawingml/2006/main" prst="rect">
            <a:avLst/>
          </a:prstGeom>
          <a:solidFill xmlns:a="http://schemas.openxmlformats.org/drawingml/2006/main">
            <a:srgbClr val="D6AE61"/>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4B707EA3-7BA1-49B1-AD46-E250D732BFCD}"/>
              </a:ext>
            </a:extLst>
          </p:cNvPr>
          <p:cNvSpPr>
            <a:spLocks xmlns:a="http://schemas.openxmlformats.org/drawingml/2006/main" noGrp="1"/>
          </p:cNvSpPr>
          <p:nvPr/>
        </p:nvSpPr>
        <p:spPr>
          <a:xfrm xmlns:a="http://schemas.openxmlformats.org/drawingml/2006/main">
            <a:off x="609600" y="4105275"/>
            <a:ext cx="3857625" cy="1181100"/>
          </a:xfrm>
          <a:prstGeom xmlns:a="http://schemas.openxmlformats.org/drawingml/2006/main" prst="rect">
            <a:avLst/>
          </a:prstGeom>
          <a:solidFill xmlns:a="http://schemas.openxmlformats.org/drawingml/2006/main">
            <a:srgbClr val="B9DDC9"/>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C95FF02-2000-4121-ABBD-1C6E82075950}"/>
              </a:ext>
            </a:extLst>
          </p:cNvPr>
          <p:cNvSpPr>
            <a:spLocks xmlns:a="http://schemas.openxmlformats.org/drawingml/2006/main" noGrp="1"/>
          </p:cNvSpPr>
          <p:nvPr/>
        </p:nvSpPr>
        <p:spPr>
          <a:xfrm xmlns:a="http://schemas.openxmlformats.org/drawingml/2006/main">
            <a:off x="800100" y="4276725"/>
            <a:ext cx="3476625"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800" b="1">
                <a:solidFill>
                  <a:srgbClr val="14362D"/>
                </a:solidFill>
                <a:latin typeface="Helvetica Neue"/>
                <a:ea typeface="Helvetica Neue"/>
                <a:cs typeface="Helvetica Neue"/>
              </a:defRPr>
            </a:defPPr>
            <a:lvl1pPr>
              <a:defRPr sz="1800" b="1">
                <a:solidFill>
                  <a:srgbClr val="14362D"/>
                </a:solidFill>
                <a:latin typeface="Helvetica Neue"/>
                <a:ea typeface="Helvetica Neue"/>
                <a:cs typeface="Helvetica Neue"/>
              </a:defRPr>
            </a:lvl1pPr>
            <a:lvl2pPr>
              <a:defRPr sz="1800" b="1">
                <a:solidFill>
                  <a:srgbClr val="14362D"/>
                </a:solidFill>
                <a:latin typeface="Helvetica Neue"/>
                <a:ea typeface="Helvetica Neue"/>
                <a:cs typeface="Helvetica Neue"/>
              </a:defRPr>
            </a:lvl2pPr>
            <a:lvl3pPr>
              <a:defRPr sz="1800" b="1">
                <a:solidFill>
                  <a:srgbClr val="14362D"/>
                </a:solidFill>
                <a:latin typeface="Helvetica Neue"/>
                <a:ea typeface="Helvetica Neue"/>
                <a:cs typeface="Helvetica Neue"/>
              </a:defRPr>
            </a:lvl3pPr>
            <a:lvl4pPr>
              <a:defRPr sz="1800" b="1">
                <a:solidFill>
                  <a:srgbClr val="14362D"/>
                </a:solidFill>
                <a:latin typeface="Helvetica Neue"/>
                <a:ea typeface="Helvetica Neue"/>
                <a:cs typeface="Helvetica Neue"/>
              </a:defRPr>
            </a:lvl4pPr>
            <a:lvl5pPr>
              <a:defRPr sz="1800" b="1">
                <a:solidFill>
                  <a:srgbClr val="14362D"/>
                </a:solidFill>
                <a:latin typeface="Helvetica Neue"/>
                <a:ea typeface="Helvetica Neue"/>
                <a:cs typeface="Helvetica Neue"/>
              </a:defRPr>
            </a:lvl5pPr>
            <a:lvl6pPr>
              <a:defRPr sz="1800" b="1">
                <a:solidFill>
                  <a:srgbClr val="14362D"/>
                </a:solidFill>
                <a:latin typeface="Helvetica Neue"/>
                <a:ea typeface="Helvetica Neue"/>
                <a:cs typeface="Helvetica Neue"/>
              </a:defRPr>
            </a:lvl6pPr>
            <a:lvl7pPr>
              <a:defRPr sz="1800" b="1">
                <a:solidFill>
                  <a:srgbClr val="14362D"/>
                </a:solidFill>
                <a:latin typeface="Helvetica Neue"/>
                <a:ea typeface="Helvetica Neue"/>
                <a:cs typeface="Helvetica Neue"/>
              </a:defRPr>
            </a:lvl7pPr>
            <a:lvl8pPr>
              <a:defRPr sz="1800" b="1">
                <a:solidFill>
                  <a:srgbClr val="14362D"/>
                </a:solidFill>
                <a:latin typeface="Helvetica Neue"/>
                <a:ea typeface="Helvetica Neue"/>
                <a:cs typeface="Helvetica Neue"/>
              </a:defRPr>
            </a:lvl8pPr>
            <a:lvl9pPr>
              <a:defRPr sz="1800" b="1">
                <a:solidFill>
                  <a:srgbClr val="14362D"/>
                </a:solidFill>
                <a:latin typeface="Helvetica Neue"/>
                <a:ea typeface="Helvetica Neue"/>
                <a:cs typeface="Helvetica Neue"/>
              </a:defRPr>
            </a:lvl9pPr>
          </a:lstStyle>
          <a:p xmlns:a="http://schemas.openxmlformats.org/drawingml/2006/main">
            <a:pPr>
              <a:defRPr sz="1800" b="1">
                <a:solidFill>
                  <a:srgbClr val="14362D"/>
                </a:solidFill>
                <a:latin typeface="Helvetica Neue"/>
                <a:ea typeface="Helvetica Neue"/>
                <a:cs typeface="Helvetica Neue"/>
              </a:defRPr>
            </a:pPr>
            <a:r>
              <a:rPr sz="1800" b="1">
                <a:solidFill>
                  <a:srgbClr val="14362D"/>
                </a:solidFill>
                <a:latin typeface="Helvetica Neue"/>
                <a:ea typeface="Helvetica Neue"/>
                <a:cs typeface="Helvetica Neue"/>
              </a:rPr>
              <a:t>New clip + manifest</a:t>
            </a:r>
          </a:p>
          <a:p xmlns:a="http://schemas.openxmlformats.org/drawingml/2006/main">
            <a:pPr>
              <a:defRPr sz="1800" b="1">
                <a:solidFill>
                  <a:srgbClr val="14362D"/>
                </a:solidFill>
                <a:latin typeface="Helvetica Neue"/>
                <a:ea typeface="Helvetica Neue"/>
                <a:cs typeface="Helvetica Neue"/>
              </a:defRPr>
            </a:pPr>
            <a:r>
              <a:rPr sz="1800" b="1">
                <a:solidFill>
                  <a:srgbClr val="14362D"/>
                </a:solidFill>
                <a:latin typeface="Helvetica Neue"/>
                <a:ea typeface="Helvetica Neue"/>
                <a:cs typeface="Helvetica Neue"/>
              </a:rPr>
              <a:t>Provenance and labels</a:t>
            </a:r>
          </a:p>
        </p:txBody>
      </p:sp>
      <p:sp>
        <p:nvSpPr>
          <p:cNvPr id="15" name="">
            <a:extLst xmlns:a="http://schemas.openxmlformats.org/drawingml/2006/main">
              <a:ext uri="{FF2B5EF4-FFF2-40B4-BE49-F238E27FC236}">
                <a16:creationId xmlns:a16="http://schemas.microsoft.com/office/drawing/2014/main" id="{335505C2-CBBF-4669-BCF6-5301ED413F6C}"/>
              </a:ext>
            </a:extLst>
          </p:cNvPr>
          <p:cNvSpPr>
            <a:spLocks xmlns:a="http://schemas.openxmlformats.org/drawingml/2006/main" noGrp="1"/>
          </p:cNvSpPr>
          <p:nvPr/>
        </p:nvSpPr>
        <p:spPr>
          <a:xfrm xmlns:a="http://schemas.openxmlformats.org/drawingml/2006/main">
            <a:off x="5457825" y="4105275"/>
            <a:ext cx="6124575" cy="1181100"/>
          </a:xfrm>
          <a:prstGeom xmlns:a="http://schemas.openxmlformats.org/drawingml/2006/main" prst="rect">
            <a:avLst/>
          </a:prstGeom>
          <a:solidFill xmlns:a="http://schemas.openxmlformats.org/drawingml/2006/main">
            <a:srgbClr val="E4D6B6"/>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0321C52D-48FB-4D5C-91A9-9EFC8C4D47E0}"/>
              </a:ext>
            </a:extLst>
          </p:cNvPr>
          <p:cNvSpPr>
            <a:spLocks xmlns:a="http://schemas.openxmlformats.org/drawingml/2006/main" noGrp="1"/>
          </p:cNvSpPr>
          <p:nvPr/>
        </p:nvSpPr>
        <p:spPr>
          <a:xfrm xmlns:a="http://schemas.openxmlformats.org/drawingml/2006/main">
            <a:off x="5648325" y="4276725"/>
            <a:ext cx="5743575"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800" b="1">
                <a:solidFill>
                  <a:srgbClr val="14362D"/>
                </a:solidFill>
                <a:latin typeface="Helvetica Neue"/>
                <a:ea typeface="Helvetica Neue"/>
                <a:cs typeface="Helvetica Neue"/>
              </a:defRPr>
            </a:defPPr>
            <a:lvl1pPr>
              <a:defRPr sz="1800" b="1">
                <a:solidFill>
                  <a:srgbClr val="14362D"/>
                </a:solidFill>
                <a:latin typeface="Helvetica Neue"/>
                <a:ea typeface="Helvetica Neue"/>
                <a:cs typeface="Helvetica Neue"/>
              </a:defRPr>
            </a:lvl1pPr>
            <a:lvl2pPr>
              <a:defRPr sz="1800" b="1">
                <a:solidFill>
                  <a:srgbClr val="14362D"/>
                </a:solidFill>
                <a:latin typeface="Helvetica Neue"/>
                <a:ea typeface="Helvetica Neue"/>
                <a:cs typeface="Helvetica Neue"/>
              </a:defRPr>
            </a:lvl2pPr>
            <a:lvl3pPr>
              <a:defRPr sz="1800" b="1">
                <a:solidFill>
                  <a:srgbClr val="14362D"/>
                </a:solidFill>
                <a:latin typeface="Helvetica Neue"/>
                <a:ea typeface="Helvetica Neue"/>
                <a:cs typeface="Helvetica Neue"/>
              </a:defRPr>
            </a:lvl3pPr>
            <a:lvl4pPr>
              <a:defRPr sz="1800" b="1">
                <a:solidFill>
                  <a:srgbClr val="14362D"/>
                </a:solidFill>
                <a:latin typeface="Helvetica Neue"/>
                <a:ea typeface="Helvetica Neue"/>
                <a:cs typeface="Helvetica Neue"/>
              </a:defRPr>
            </a:lvl4pPr>
            <a:lvl5pPr>
              <a:defRPr sz="1800" b="1">
                <a:solidFill>
                  <a:srgbClr val="14362D"/>
                </a:solidFill>
                <a:latin typeface="Helvetica Neue"/>
                <a:ea typeface="Helvetica Neue"/>
                <a:cs typeface="Helvetica Neue"/>
              </a:defRPr>
            </a:lvl5pPr>
            <a:lvl6pPr>
              <a:defRPr sz="1800" b="1">
                <a:solidFill>
                  <a:srgbClr val="14362D"/>
                </a:solidFill>
                <a:latin typeface="Helvetica Neue"/>
                <a:ea typeface="Helvetica Neue"/>
                <a:cs typeface="Helvetica Neue"/>
              </a:defRPr>
            </a:lvl6pPr>
            <a:lvl7pPr>
              <a:defRPr sz="1800" b="1">
                <a:solidFill>
                  <a:srgbClr val="14362D"/>
                </a:solidFill>
                <a:latin typeface="Helvetica Neue"/>
                <a:ea typeface="Helvetica Neue"/>
                <a:cs typeface="Helvetica Neue"/>
              </a:defRPr>
            </a:lvl7pPr>
            <a:lvl8pPr>
              <a:defRPr sz="1800" b="1">
                <a:solidFill>
                  <a:srgbClr val="14362D"/>
                </a:solidFill>
                <a:latin typeface="Helvetica Neue"/>
                <a:ea typeface="Helvetica Neue"/>
                <a:cs typeface="Helvetica Neue"/>
              </a:defRPr>
            </a:lvl8pPr>
            <a:lvl9pPr>
              <a:defRPr sz="1800" b="1">
                <a:solidFill>
                  <a:srgbClr val="14362D"/>
                </a:solidFill>
                <a:latin typeface="Helvetica Neue"/>
                <a:ea typeface="Helvetica Neue"/>
                <a:cs typeface="Helvetica Neue"/>
              </a:defRPr>
            </a:lvl9pPr>
          </a:lstStyle>
          <a:p xmlns:a="http://schemas.openxmlformats.org/drawingml/2006/main">
            <a:pPr>
              <a:defRPr sz="1800" b="1">
                <a:solidFill>
                  <a:srgbClr val="14362D"/>
                </a:solidFill>
                <a:latin typeface="Helvetica Neue"/>
                <a:ea typeface="Helvetica Neue"/>
                <a:cs typeface="Helvetica Neue"/>
              </a:defRPr>
            </a:pPr>
            <a:r>
              <a:rPr sz="1800" b="1">
                <a:solidFill>
                  <a:srgbClr val="14362D"/>
                </a:solidFill>
                <a:latin typeface="Helvetica Neue"/>
                <a:ea typeface="Helvetica Neue"/>
                <a:cs typeface="Helvetica Neue"/>
              </a:rPr>
              <a:t>Video backend</a:t>
            </a:r>
          </a:p>
          <a:p xmlns:a="http://schemas.openxmlformats.org/drawingml/2006/main">
            <a:pPr>
              <a:defRPr sz="1800" b="1">
                <a:solidFill>
                  <a:srgbClr val="14362D"/>
                </a:solidFill>
                <a:latin typeface="Helvetica Neue"/>
                <a:ea typeface="Helvetica Neue"/>
                <a:cs typeface="Helvetica Neue"/>
              </a:defRPr>
            </a:pPr>
            <a:r>
              <a:rPr sz="1800" b="1">
                <a:solidFill>
                  <a:srgbClr val="14362D"/>
                </a:solidFill>
                <a:latin typeface="Helvetica Neue"/>
                <a:ea typeface="Helvetica Neue"/>
                <a:cs typeface="Helvetica Neue"/>
              </a:rPr>
              <a:t>Service integration plan</a:t>
            </a:r>
          </a:p>
        </p:txBody>
      </p:sp>
      <p:sp>
        <p:nvSpPr>
          <p:cNvPr id="17" name="">
            <a:extLst xmlns:a="http://schemas.openxmlformats.org/drawingml/2006/main">
              <a:ext uri="{FF2B5EF4-FFF2-40B4-BE49-F238E27FC236}">
                <a16:creationId xmlns:a16="http://schemas.microsoft.com/office/drawing/2014/main" id="{2CEF18F7-4EE2-4DE7-A585-3379BFF70690}"/>
              </a:ext>
            </a:extLst>
          </p:cNvPr>
          <p:cNvSpPr>
            <a:spLocks xmlns:a="http://schemas.openxmlformats.org/drawingml/2006/main" noGrp="1"/>
          </p:cNvSpPr>
          <p:nvPr/>
        </p:nvSpPr>
        <p:spPr>
          <a:xfrm xmlns:a="http://schemas.openxmlformats.org/drawingml/2006/main">
            <a:off x="4467225" y="4676775"/>
            <a:ext cx="990600" cy="28575"/>
          </a:xfrm>
          <a:prstGeom xmlns:a="http://schemas.openxmlformats.org/drawingml/2006/main" prst="rect">
            <a:avLst/>
          </a:prstGeom>
          <a:solidFill xmlns:a="http://schemas.openxmlformats.org/drawingml/2006/main">
            <a:srgbClr val="D6AE61"/>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7721BF01-2930-47D7-AB1A-A4C54269103D}"/>
              </a:ext>
            </a:extLst>
          </p:cNvPr>
          <p:cNvSpPr>
            <a:spLocks xmlns:a="http://schemas.openxmlformats.org/drawingml/2006/main" noGrp="1"/>
          </p:cNvSpPr>
          <p:nvPr/>
        </p:nvSpPr>
        <p:spPr>
          <a:xfrm xmlns:a="http://schemas.openxmlformats.org/drawingml/2006/main">
            <a:off x="10134600" y="3181350"/>
            <a:ext cx="28575" cy="923925"/>
          </a:xfrm>
          <a:prstGeom xmlns:a="http://schemas.openxmlformats.org/drawingml/2006/main" prst="rect">
            <a:avLst/>
          </a:prstGeom>
          <a:solidFill xmlns:a="http://schemas.openxmlformats.org/drawingml/2006/main">
            <a:srgbClr val="D6AE61"/>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1999FDC7-7F8E-4653-8A86-6580AA7B1605}"/>
              </a:ext>
            </a:extLst>
          </p:cNvPr>
          <p:cNvSpPr>
            <a:spLocks xmlns:a="http://schemas.openxmlformats.org/drawingml/2006/main" noGrp="1"/>
          </p:cNvSpPr>
          <p:nvPr/>
        </p:nvSpPr>
        <p:spPr>
          <a:xfrm xmlns:a="http://schemas.openxmlformats.org/drawingml/2006/main">
            <a:off x="609600" y="5638800"/>
            <a:ext cx="108394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800" b="0">
                <a:solidFill>
                  <a:srgbClr val="50665B"/>
                </a:solidFill>
                <a:latin typeface="Helvetica Neue"/>
                <a:ea typeface="Helvetica Neue"/>
                <a:cs typeface="Helvetica Neue"/>
              </a:defRPr>
            </a:defPPr>
            <a:lvl1pPr>
              <a:defRPr sz="1800" b="0">
                <a:solidFill>
                  <a:srgbClr val="50665B"/>
                </a:solidFill>
                <a:latin typeface="Helvetica Neue"/>
                <a:ea typeface="Helvetica Neue"/>
                <a:cs typeface="Helvetica Neue"/>
              </a:defRPr>
            </a:lvl1pPr>
            <a:lvl2pPr>
              <a:defRPr sz="1800" b="0">
                <a:solidFill>
                  <a:srgbClr val="50665B"/>
                </a:solidFill>
                <a:latin typeface="Helvetica Neue"/>
                <a:ea typeface="Helvetica Neue"/>
                <a:cs typeface="Helvetica Neue"/>
              </a:defRPr>
            </a:lvl2pPr>
            <a:lvl3pPr>
              <a:defRPr sz="1800" b="0">
                <a:solidFill>
                  <a:srgbClr val="50665B"/>
                </a:solidFill>
                <a:latin typeface="Helvetica Neue"/>
                <a:ea typeface="Helvetica Neue"/>
                <a:cs typeface="Helvetica Neue"/>
              </a:defRPr>
            </a:lvl3pPr>
            <a:lvl4pPr>
              <a:defRPr sz="1800" b="0">
                <a:solidFill>
                  <a:srgbClr val="50665B"/>
                </a:solidFill>
                <a:latin typeface="Helvetica Neue"/>
                <a:ea typeface="Helvetica Neue"/>
                <a:cs typeface="Helvetica Neue"/>
              </a:defRPr>
            </a:lvl4pPr>
            <a:lvl5pPr>
              <a:defRPr sz="1800" b="0">
                <a:solidFill>
                  <a:srgbClr val="50665B"/>
                </a:solidFill>
                <a:latin typeface="Helvetica Neue"/>
                <a:ea typeface="Helvetica Neue"/>
                <a:cs typeface="Helvetica Neue"/>
              </a:defRPr>
            </a:lvl5pPr>
            <a:lvl6pPr>
              <a:defRPr sz="1800" b="0">
                <a:solidFill>
                  <a:srgbClr val="50665B"/>
                </a:solidFill>
                <a:latin typeface="Helvetica Neue"/>
                <a:ea typeface="Helvetica Neue"/>
                <a:cs typeface="Helvetica Neue"/>
              </a:defRPr>
            </a:lvl6pPr>
            <a:lvl7pPr>
              <a:defRPr sz="1800" b="0">
                <a:solidFill>
                  <a:srgbClr val="50665B"/>
                </a:solidFill>
                <a:latin typeface="Helvetica Neue"/>
                <a:ea typeface="Helvetica Neue"/>
                <a:cs typeface="Helvetica Neue"/>
              </a:defRPr>
            </a:lvl7pPr>
            <a:lvl8pPr>
              <a:defRPr sz="1800" b="0">
                <a:solidFill>
                  <a:srgbClr val="50665B"/>
                </a:solidFill>
                <a:latin typeface="Helvetica Neue"/>
                <a:ea typeface="Helvetica Neue"/>
                <a:cs typeface="Helvetica Neue"/>
              </a:defRPr>
            </a:lvl8pPr>
            <a:lvl9pPr>
              <a:defRPr sz="1800" b="0">
                <a:solidFill>
                  <a:srgbClr val="50665B"/>
                </a:solidFill>
                <a:latin typeface="Helvetica Neue"/>
                <a:ea typeface="Helvetica Neue"/>
                <a:cs typeface="Helvetica Neue"/>
              </a:defRPr>
            </a:lvl9pPr>
          </a:lstStyle>
          <a:p xmlns:a="http://schemas.openxmlformats.org/drawingml/2006/main">
            <a:pPr>
              <a:defRPr sz="1800" b="0">
                <a:solidFill>
                  <a:srgbClr val="50665B"/>
                </a:solidFill>
                <a:latin typeface="Helvetica Neue"/>
                <a:ea typeface="Helvetica Neue"/>
                <a:cs typeface="Helvetica Neue"/>
              </a:defRPr>
            </a:pPr>
            <a:r>
              <a:rPr sz="1800" b="0">
                <a:solidFill>
                  <a:srgbClr val="50665B"/>
                </a:solidFill>
                <a:latin typeface="Helvetica Neue"/>
                <a:ea typeface="Helvetica Neue"/>
                <a:cs typeface="Helvetica Neue"/>
              </a:rPr>
              <a:t>The planned architecture separates context planning, video generation and website playback.</a:t>
            </a:r>
          </a:p>
        </p:txBody>
      </p:sp>
    </p:spTree>
    <p:extLst>
      <p:ext uri="{BB962C8B-B14F-4D97-AF65-F5344CB8AC3E}">
        <p14:creationId xmlns:p14="http://schemas.microsoft.com/office/powerpoint/2010/main" val="942621030"/>
      </p:ext>
    </p:extLst>
  </p:cSld>
</p:sld>
</file>

<file path=ppt/slides/slide7.xml><?xml version="1.0" encoding="utf-8"?>
<p:sld xmlns:p="http://schemas.openxmlformats.org/presentationml/2006/main">
  <p:cSld>
    <p:bg>
      <p:bgPr>
        <a:solidFill xmlns:a="http://schemas.openxmlformats.org/drawingml/2006/main">
          <a:srgbClr val="F3F1E7"/>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867C0D79-4CCA-495B-934B-226D383DFDC4}"/>
              </a:ext>
            </a:extLst>
          </p:cNvPr>
          <p:cNvSpPr>
            <a:spLocks xmlns:a="http://schemas.openxmlformats.org/drawingml/2006/main" noGrp="1"/>
          </p:cNvSpPr>
          <p:nvPr/>
        </p:nvSpPr>
        <p:spPr>
          <a:xfrm xmlns:a="http://schemas.openxmlformats.org/drawingml/2006/main">
            <a:off x="609600" y="476250"/>
            <a:ext cx="109537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362D"/>
                </a:solidFill>
                <a:latin typeface="Helvetica Neue"/>
                <a:ea typeface="Helvetica Neue"/>
                <a:cs typeface="Helvetica Neue"/>
              </a:defRPr>
            </a:defPPr>
            <a:lvl1pPr>
              <a:defRPr sz="3150" b="1">
                <a:solidFill>
                  <a:srgbClr val="14362D"/>
                </a:solidFill>
                <a:latin typeface="Helvetica Neue"/>
                <a:ea typeface="Helvetica Neue"/>
                <a:cs typeface="Helvetica Neue"/>
              </a:defRPr>
            </a:lvl1pPr>
            <a:lvl2pPr>
              <a:defRPr sz="3150" b="1">
                <a:solidFill>
                  <a:srgbClr val="14362D"/>
                </a:solidFill>
                <a:latin typeface="Helvetica Neue"/>
                <a:ea typeface="Helvetica Neue"/>
                <a:cs typeface="Helvetica Neue"/>
              </a:defRPr>
            </a:lvl2pPr>
            <a:lvl3pPr>
              <a:defRPr sz="3150" b="1">
                <a:solidFill>
                  <a:srgbClr val="14362D"/>
                </a:solidFill>
                <a:latin typeface="Helvetica Neue"/>
                <a:ea typeface="Helvetica Neue"/>
                <a:cs typeface="Helvetica Neue"/>
              </a:defRPr>
            </a:lvl3pPr>
            <a:lvl4pPr>
              <a:defRPr sz="3150" b="1">
                <a:solidFill>
                  <a:srgbClr val="14362D"/>
                </a:solidFill>
                <a:latin typeface="Helvetica Neue"/>
                <a:ea typeface="Helvetica Neue"/>
                <a:cs typeface="Helvetica Neue"/>
              </a:defRPr>
            </a:lvl4pPr>
            <a:lvl5pPr>
              <a:defRPr sz="3150" b="1">
                <a:solidFill>
                  <a:srgbClr val="14362D"/>
                </a:solidFill>
                <a:latin typeface="Helvetica Neue"/>
                <a:ea typeface="Helvetica Neue"/>
                <a:cs typeface="Helvetica Neue"/>
              </a:defRPr>
            </a:lvl5pPr>
            <a:lvl6pPr>
              <a:defRPr sz="3150" b="1">
                <a:solidFill>
                  <a:srgbClr val="14362D"/>
                </a:solidFill>
                <a:latin typeface="Helvetica Neue"/>
                <a:ea typeface="Helvetica Neue"/>
                <a:cs typeface="Helvetica Neue"/>
              </a:defRPr>
            </a:lvl6pPr>
            <a:lvl7pPr>
              <a:defRPr sz="3150" b="1">
                <a:solidFill>
                  <a:srgbClr val="14362D"/>
                </a:solidFill>
                <a:latin typeface="Helvetica Neue"/>
                <a:ea typeface="Helvetica Neue"/>
                <a:cs typeface="Helvetica Neue"/>
              </a:defRPr>
            </a:lvl7pPr>
            <a:lvl8pPr>
              <a:defRPr sz="3150" b="1">
                <a:solidFill>
                  <a:srgbClr val="14362D"/>
                </a:solidFill>
                <a:latin typeface="Helvetica Neue"/>
                <a:ea typeface="Helvetica Neue"/>
                <a:cs typeface="Helvetica Neue"/>
              </a:defRPr>
            </a:lvl8pPr>
            <a:lvl9pPr>
              <a:defRPr sz="3150" b="1">
                <a:solidFill>
                  <a:srgbClr val="14362D"/>
                </a:solidFill>
                <a:latin typeface="Helvetica Neue"/>
                <a:ea typeface="Helvetica Neue"/>
                <a:cs typeface="Helvetica Neue"/>
              </a:defRPr>
            </a:lvl9pPr>
          </a:lstStyle>
          <a:p xmlns:a="http://schemas.openxmlformats.org/drawingml/2006/main">
            <a:pPr>
              <a:defRPr sz="3150" b="1">
                <a:solidFill>
                  <a:srgbClr val="14362D"/>
                </a:solidFill>
                <a:latin typeface="Helvetica Neue"/>
                <a:ea typeface="Helvetica Neue"/>
                <a:cs typeface="Helvetica Neue"/>
              </a:defRPr>
            </a:pPr>
            <a:r>
              <a:rPr sz="3150" b="1">
                <a:solidFill>
                  <a:srgbClr val="14362D"/>
                </a:solidFill>
                <a:latin typeface="Helvetica Neue"/>
                <a:ea typeface="Helvetica Neue"/>
                <a:cs typeface="Helvetica Neue"/>
              </a:rPr>
              <a:t>UGen300 evaluation scope</a:t>
            </a:r>
          </a:p>
        </p:txBody>
      </p:sp>
      <p:sp>
        <p:nvSpPr>
          <p:cNvPr id="2" name="">
            <a:extLst xmlns:a="http://schemas.openxmlformats.org/drawingml/2006/main">
              <a:ext uri="{FF2B5EF4-FFF2-40B4-BE49-F238E27FC236}">
                <a16:creationId xmlns:a16="http://schemas.microsoft.com/office/drawing/2014/main" id="{A073A5E3-0C9A-474D-BC1B-3C78143E98BD}"/>
              </a:ext>
            </a:extLst>
          </p:cNvPr>
          <p:cNvSpPr>
            <a:spLocks xmlns:a="http://schemas.openxmlformats.org/drawingml/2006/main" noGrp="1"/>
          </p:cNvSpPr>
          <p:nvPr/>
        </p:nvSpPr>
        <p:spPr>
          <a:xfrm xmlns:a="http://schemas.openxmlformats.org/drawingml/2006/main">
            <a:off x="609600" y="1533525"/>
            <a:ext cx="10972800" cy="19050"/>
          </a:xfrm>
          <a:prstGeom xmlns:a="http://schemas.openxmlformats.org/drawingml/2006/main" prst="rect">
            <a:avLst/>
          </a:prstGeom>
          <a:solidFill xmlns:a="http://schemas.openxmlformats.org/drawingml/2006/main">
            <a:srgbClr val="C5CCC1"/>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7894C0D6-D572-44BF-B09E-0E6E1F544508}"/>
              </a:ext>
            </a:extLst>
          </p:cNvPr>
          <p:cNvSpPr>
            <a:spLocks xmlns:a="http://schemas.openxmlformats.org/drawingml/2006/main" noGrp="1"/>
          </p:cNvSpPr>
          <p:nvPr/>
        </p:nvSpPr>
        <p:spPr>
          <a:xfrm xmlns:a="http://schemas.openxmlformats.org/drawingml/2006/main">
            <a:off x="609600" y="6419850"/>
            <a:ext cx="9525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50665B"/>
                </a:solidFill>
                <a:latin typeface="Helvetica Neue"/>
                <a:ea typeface="Helvetica Neue"/>
                <a:cs typeface="Helvetica Neue"/>
              </a:defRPr>
            </a:defPPr>
            <a:lvl1pPr>
              <a:defRPr sz="1050" b="0">
                <a:solidFill>
                  <a:srgbClr val="50665B"/>
                </a:solidFill>
                <a:latin typeface="Helvetica Neue"/>
                <a:ea typeface="Helvetica Neue"/>
                <a:cs typeface="Helvetica Neue"/>
              </a:defRPr>
            </a:lvl1pPr>
            <a:lvl2pPr>
              <a:defRPr sz="1050" b="0">
                <a:solidFill>
                  <a:srgbClr val="50665B"/>
                </a:solidFill>
                <a:latin typeface="Helvetica Neue"/>
                <a:ea typeface="Helvetica Neue"/>
                <a:cs typeface="Helvetica Neue"/>
              </a:defRPr>
            </a:lvl2pPr>
            <a:lvl3pPr>
              <a:defRPr sz="1050" b="0">
                <a:solidFill>
                  <a:srgbClr val="50665B"/>
                </a:solidFill>
                <a:latin typeface="Helvetica Neue"/>
                <a:ea typeface="Helvetica Neue"/>
                <a:cs typeface="Helvetica Neue"/>
              </a:defRPr>
            </a:lvl3pPr>
            <a:lvl4pPr>
              <a:defRPr sz="1050" b="0">
                <a:solidFill>
                  <a:srgbClr val="50665B"/>
                </a:solidFill>
                <a:latin typeface="Helvetica Neue"/>
                <a:ea typeface="Helvetica Neue"/>
                <a:cs typeface="Helvetica Neue"/>
              </a:defRPr>
            </a:lvl4pPr>
            <a:lvl5pPr>
              <a:defRPr sz="1050" b="0">
                <a:solidFill>
                  <a:srgbClr val="50665B"/>
                </a:solidFill>
                <a:latin typeface="Helvetica Neue"/>
                <a:ea typeface="Helvetica Neue"/>
                <a:cs typeface="Helvetica Neue"/>
              </a:defRPr>
            </a:lvl5pPr>
            <a:lvl6pPr>
              <a:defRPr sz="1050" b="0">
                <a:solidFill>
                  <a:srgbClr val="50665B"/>
                </a:solidFill>
                <a:latin typeface="Helvetica Neue"/>
                <a:ea typeface="Helvetica Neue"/>
                <a:cs typeface="Helvetica Neue"/>
              </a:defRPr>
            </a:lvl6pPr>
            <a:lvl7pPr>
              <a:defRPr sz="1050" b="0">
                <a:solidFill>
                  <a:srgbClr val="50665B"/>
                </a:solidFill>
                <a:latin typeface="Helvetica Neue"/>
                <a:ea typeface="Helvetica Neue"/>
                <a:cs typeface="Helvetica Neue"/>
              </a:defRPr>
            </a:lvl7pPr>
            <a:lvl8pPr>
              <a:defRPr sz="1050" b="0">
                <a:solidFill>
                  <a:srgbClr val="50665B"/>
                </a:solidFill>
                <a:latin typeface="Helvetica Neue"/>
                <a:ea typeface="Helvetica Neue"/>
                <a:cs typeface="Helvetica Neue"/>
              </a:defRPr>
            </a:lvl8pPr>
            <a:lvl9pPr>
              <a:defRPr sz="1050" b="0">
                <a:solidFill>
                  <a:srgbClr val="50665B"/>
                </a:solidFill>
                <a:latin typeface="Helvetica Neue"/>
                <a:ea typeface="Helvetica Neue"/>
                <a:cs typeface="Helvetica Neue"/>
              </a:defRPr>
            </a:lvl9pPr>
          </a:lstStyle>
          <a:p xmlns:a="http://schemas.openxmlformats.org/drawingml/2006/main">
            <a:pPr>
              <a:defRPr sz="1050" b="0">
                <a:solidFill>
                  <a:srgbClr val="50665B"/>
                </a:solidFill>
                <a:latin typeface="Helvetica Neue"/>
                <a:ea typeface="Helvetica Neue"/>
                <a:cs typeface="Helvetica Neue"/>
              </a:defRPr>
            </a:pPr>
            <a:r>
              <a:rPr sz="1050" b="0">
                <a:solidFill>
                  <a:srgbClr val="50665B"/>
                </a:solidFill>
                <a:latin typeface="Helvetica Neue"/>
                <a:ea typeface="Helvetica Neue"/>
                <a:cs typeface="Helvetica Neue"/>
              </a:rPr>
              <a:t>STAGE I / PROJECT PLAN</a:t>
            </a:r>
          </a:p>
        </p:txBody>
      </p:sp>
      <p:sp>
        <p:nvSpPr>
          <p:cNvPr id="4" name="">
            <a:extLst xmlns:a="http://schemas.openxmlformats.org/drawingml/2006/main">
              <a:ext uri="{FF2B5EF4-FFF2-40B4-BE49-F238E27FC236}">
                <a16:creationId xmlns:a16="http://schemas.microsoft.com/office/drawing/2014/main" id="{0673537C-690C-4D51-AC2A-89484BB4DEBE}"/>
              </a:ext>
            </a:extLst>
          </p:cNvPr>
          <p:cNvSpPr>
            <a:spLocks xmlns:a="http://schemas.openxmlformats.org/drawingml/2006/main" noGrp="1"/>
          </p:cNvSpPr>
          <p:nvPr/>
        </p:nvSpPr>
        <p:spPr>
          <a:xfrm xmlns:a="http://schemas.openxmlformats.org/drawingml/2006/main">
            <a:off x="11106150" y="6419850"/>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50665B"/>
                </a:solidFill>
                <a:latin typeface="Helvetica Neue"/>
                <a:ea typeface="Helvetica Neue"/>
                <a:cs typeface="Helvetica Neue"/>
              </a:defRPr>
            </a:defPPr>
            <a:lvl1pPr>
              <a:defRPr sz="1050" b="0">
                <a:solidFill>
                  <a:srgbClr val="50665B"/>
                </a:solidFill>
                <a:latin typeface="Helvetica Neue"/>
                <a:ea typeface="Helvetica Neue"/>
                <a:cs typeface="Helvetica Neue"/>
              </a:defRPr>
            </a:lvl1pPr>
            <a:lvl2pPr>
              <a:defRPr sz="1050" b="0">
                <a:solidFill>
                  <a:srgbClr val="50665B"/>
                </a:solidFill>
                <a:latin typeface="Helvetica Neue"/>
                <a:ea typeface="Helvetica Neue"/>
                <a:cs typeface="Helvetica Neue"/>
              </a:defRPr>
            </a:lvl2pPr>
            <a:lvl3pPr>
              <a:defRPr sz="1050" b="0">
                <a:solidFill>
                  <a:srgbClr val="50665B"/>
                </a:solidFill>
                <a:latin typeface="Helvetica Neue"/>
                <a:ea typeface="Helvetica Neue"/>
                <a:cs typeface="Helvetica Neue"/>
              </a:defRPr>
            </a:lvl3pPr>
            <a:lvl4pPr>
              <a:defRPr sz="1050" b="0">
                <a:solidFill>
                  <a:srgbClr val="50665B"/>
                </a:solidFill>
                <a:latin typeface="Helvetica Neue"/>
                <a:ea typeface="Helvetica Neue"/>
                <a:cs typeface="Helvetica Neue"/>
              </a:defRPr>
            </a:lvl4pPr>
            <a:lvl5pPr>
              <a:defRPr sz="1050" b="0">
                <a:solidFill>
                  <a:srgbClr val="50665B"/>
                </a:solidFill>
                <a:latin typeface="Helvetica Neue"/>
                <a:ea typeface="Helvetica Neue"/>
                <a:cs typeface="Helvetica Neue"/>
              </a:defRPr>
            </a:lvl5pPr>
            <a:lvl6pPr>
              <a:defRPr sz="1050" b="0">
                <a:solidFill>
                  <a:srgbClr val="50665B"/>
                </a:solidFill>
                <a:latin typeface="Helvetica Neue"/>
                <a:ea typeface="Helvetica Neue"/>
                <a:cs typeface="Helvetica Neue"/>
              </a:defRPr>
            </a:lvl6pPr>
            <a:lvl7pPr>
              <a:defRPr sz="1050" b="0">
                <a:solidFill>
                  <a:srgbClr val="50665B"/>
                </a:solidFill>
                <a:latin typeface="Helvetica Neue"/>
                <a:ea typeface="Helvetica Neue"/>
                <a:cs typeface="Helvetica Neue"/>
              </a:defRPr>
            </a:lvl7pPr>
            <a:lvl8pPr>
              <a:defRPr sz="1050" b="0">
                <a:solidFill>
                  <a:srgbClr val="50665B"/>
                </a:solidFill>
                <a:latin typeface="Helvetica Neue"/>
                <a:ea typeface="Helvetica Neue"/>
                <a:cs typeface="Helvetica Neue"/>
              </a:defRPr>
            </a:lvl8pPr>
            <a:lvl9pPr>
              <a:defRPr sz="1050" b="0">
                <a:solidFill>
                  <a:srgbClr val="50665B"/>
                </a:solidFill>
                <a:latin typeface="Helvetica Neue"/>
                <a:ea typeface="Helvetica Neue"/>
                <a:cs typeface="Helvetica Neue"/>
              </a:defRPr>
            </a:lvl9pPr>
          </a:lstStyle>
          <a:p xmlns:a="http://schemas.openxmlformats.org/drawingml/2006/main">
            <a:pPr>
              <a:defRPr sz="1050" b="0">
                <a:solidFill>
                  <a:srgbClr val="50665B"/>
                </a:solidFill>
                <a:latin typeface="Helvetica Neue"/>
                <a:ea typeface="Helvetica Neue"/>
                <a:cs typeface="Helvetica Neue"/>
              </a:defRPr>
            </a:pPr>
            <a:r>
              <a:rPr sz="1050" b="0">
                <a:solidFill>
                  <a:srgbClr val="50665B"/>
                </a:solidFill>
                <a:latin typeface="Helvetica Neue"/>
                <a:ea typeface="Helvetica Neue"/>
                <a:cs typeface="Helvetica Neue"/>
              </a:rPr>
              <a:t>07</a:t>
            </a:r>
          </a:p>
        </p:txBody>
      </p:sp>
      <p:sp>
        <p:nvSpPr>
          <p:cNvPr id="5" name="">
            <a:extLst xmlns:a="http://schemas.openxmlformats.org/drawingml/2006/main">
              <a:ext uri="{FF2B5EF4-FFF2-40B4-BE49-F238E27FC236}">
                <a16:creationId xmlns:a16="http://schemas.microsoft.com/office/drawing/2014/main" id="{95D504E0-5CC2-4C89-953B-3216773E8A78}"/>
              </a:ext>
            </a:extLst>
          </p:cNvPr>
          <p:cNvSpPr>
            <a:spLocks xmlns:a="http://schemas.openxmlformats.org/drawingml/2006/main" noGrp="1"/>
          </p:cNvSpPr>
          <p:nvPr/>
        </p:nvSpPr>
        <p:spPr>
          <a:xfrm xmlns:a="http://schemas.openxmlformats.org/drawingml/2006/main">
            <a:off x="609600" y="2095500"/>
            <a:ext cx="3238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250" b="1">
                <a:solidFill>
                  <a:srgbClr val="2F7760"/>
                </a:solidFill>
                <a:latin typeface="Helvetica Neue"/>
                <a:ea typeface="Helvetica Neue"/>
                <a:cs typeface="Helvetica Neue"/>
              </a:defRPr>
            </a:defPPr>
            <a:lvl1pPr>
              <a:defRPr sz="2250" b="1">
                <a:solidFill>
                  <a:srgbClr val="2F7760"/>
                </a:solidFill>
                <a:latin typeface="Helvetica Neue"/>
                <a:ea typeface="Helvetica Neue"/>
                <a:cs typeface="Helvetica Neue"/>
              </a:defRPr>
            </a:lvl1pPr>
            <a:lvl2pPr>
              <a:defRPr sz="2250" b="1">
                <a:solidFill>
                  <a:srgbClr val="2F7760"/>
                </a:solidFill>
                <a:latin typeface="Helvetica Neue"/>
                <a:ea typeface="Helvetica Neue"/>
                <a:cs typeface="Helvetica Neue"/>
              </a:defRPr>
            </a:lvl2pPr>
            <a:lvl3pPr>
              <a:defRPr sz="2250" b="1">
                <a:solidFill>
                  <a:srgbClr val="2F7760"/>
                </a:solidFill>
                <a:latin typeface="Helvetica Neue"/>
                <a:ea typeface="Helvetica Neue"/>
                <a:cs typeface="Helvetica Neue"/>
              </a:defRPr>
            </a:lvl3pPr>
            <a:lvl4pPr>
              <a:defRPr sz="2250" b="1">
                <a:solidFill>
                  <a:srgbClr val="2F7760"/>
                </a:solidFill>
                <a:latin typeface="Helvetica Neue"/>
                <a:ea typeface="Helvetica Neue"/>
                <a:cs typeface="Helvetica Neue"/>
              </a:defRPr>
            </a:lvl4pPr>
            <a:lvl5pPr>
              <a:defRPr sz="2250" b="1">
                <a:solidFill>
                  <a:srgbClr val="2F7760"/>
                </a:solidFill>
                <a:latin typeface="Helvetica Neue"/>
                <a:ea typeface="Helvetica Neue"/>
                <a:cs typeface="Helvetica Neue"/>
              </a:defRPr>
            </a:lvl5pPr>
            <a:lvl6pPr>
              <a:defRPr sz="2250" b="1">
                <a:solidFill>
                  <a:srgbClr val="2F7760"/>
                </a:solidFill>
                <a:latin typeface="Helvetica Neue"/>
                <a:ea typeface="Helvetica Neue"/>
                <a:cs typeface="Helvetica Neue"/>
              </a:defRPr>
            </a:lvl6pPr>
            <a:lvl7pPr>
              <a:defRPr sz="2250" b="1">
                <a:solidFill>
                  <a:srgbClr val="2F7760"/>
                </a:solidFill>
                <a:latin typeface="Helvetica Neue"/>
                <a:ea typeface="Helvetica Neue"/>
                <a:cs typeface="Helvetica Neue"/>
              </a:defRPr>
            </a:lvl7pPr>
            <a:lvl8pPr>
              <a:defRPr sz="2250" b="1">
                <a:solidFill>
                  <a:srgbClr val="2F7760"/>
                </a:solidFill>
                <a:latin typeface="Helvetica Neue"/>
                <a:ea typeface="Helvetica Neue"/>
                <a:cs typeface="Helvetica Neue"/>
              </a:defRPr>
            </a:lvl8pPr>
            <a:lvl9pPr>
              <a:defRPr sz="2250" b="1">
                <a:solidFill>
                  <a:srgbClr val="2F7760"/>
                </a:solidFill>
                <a:latin typeface="Helvetica Neue"/>
                <a:ea typeface="Helvetica Neue"/>
                <a:cs typeface="Helvetica Neue"/>
              </a:defRPr>
            </a:lvl9pPr>
          </a:lstStyle>
          <a:p xmlns:a="http://schemas.openxmlformats.org/drawingml/2006/main">
            <a:pPr>
              <a:defRPr sz="2250" b="1">
                <a:solidFill>
                  <a:srgbClr val="2F7760"/>
                </a:solidFill>
                <a:latin typeface="Helvetica Neue"/>
                <a:ea typeface="Helvetica Neue"/>
                <a:cs typeface="Helvetica Neue"/>
              </a:defRPr>
            </a:pPr>
            <a:r>
              <a:rPr sz="2250" b="1">
                <a:solidFill>
                  <a:srgbClr val="2F7760"/>
                </a:solidFill>
                <a:latin typeface="Helvetica Neue"/>
                <a:ea typeface="Helvetica Neue"/>
                <a:cs typeface="Helvetica Neue"/>
              </a:rPr>
              <a:t>Candidate role</a:t>
            </a:r>
          </a:p>
        </p:txBody>
      </p:sp>
      <p:sp>
        <p:nvSpPr>
          <p:cNvPr id="6" name="">
            <a:extLst xmlns:a="http://schemas.openxmlformats.org/drawingml/2006/main">
              <a:ext uri="{FF2B5EF4-FFF2-40B4-BE49-F238E27FC236}">
                <a16:creationId xmlns:a16="http://schemas.microsoft.com/office/drawing/2014/main" id="{10705806-8748-4887-A12F-877B88A410A1}"/>
              </a:ext>
            </a:extLst>
          </p:cNvPr>
          <p:cNvSpPr>
            <a:spLocks xmlns:a="http://schemas.openxmlformats.org/drawingml/2006/main" noGrp="1"/>
          </p:cNvSpPr>
          <p:nvPr/>
        </p:nvSpPr>
        <p:spPr>
          <a:xfrm xmlns:a="http://schemas.openxmlformats.org/drawingml/2006/main">
            <a:off x="609600" y="2762250"/>
            <a:ext cx="323850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875" b="0">
                <a:solidFill>
                  <a:srgbClr val="14362D"/>
                </a:solidFill>
                <a:latin typeface="Helvetica Neue"/>
                <a:ea typeface="Helvetica Neue"/>
                <a:cs typeface="Helvetica Neue"/>
              </a:defRPr>
            </a:defPPr>
            <a:lvl1pPr>
              <a:defRPr sz="1875" b="0">
                <a:solidFill>
                  <a:srgbClr val="14362D"/>
                </a:solidFill>
                <a:latin typeface="Helvetica Neue"/>
                <a:ea typeface="Helvetica Neue"/>
                <a:cs typeface="Helvetica Neue"/>
              </a:defRPr>
            </a:lvl1pPr>
            <a:lvl2pPr>
              <a:defRPr sz="1875" b="0">
                <a:solidFill>
                  <a:srgbClr val="14362D"/>
                </a:solidFill>
                <a:latin typeface="Helvetica Neue"/>
                <a:ea typeface="Helvetica Neue"/>
                <a:cs typeface="Helvetica Neue"/>
              </a:defRPr>
            </a:lvl2pPr>
            <a:lvl3pPr>
              <a:defRPr sz="1875" b="0">
                <a:solidFill>
                  <a:srgbClr val="14362D"/>
                </a:solidFill>
                <a:latin typeface="Helvetica Neue"/>
                <a:ea typeface="Helvetica Neue"/>
                <a:cs typeface="Helvetica Neue"/>
              </a:defRPr>
            </a:lvl3pPr>
            <a:lvl4pPr>
              <a:defRPr sz="1875" b="0">
                <a:solidFill>
                  <a:srgbClr val="14362D"/>
                </a:solidFill>
                <a:latin typeface="Helvetica Neue"/>
                <a:ea typeface="Helvetica Neue"/>
                <a:cs typeface="Helvetica Neue"/>
              </a:defRPr>
            </a:lvl4pPr>
            <a:lvl5pPr>
              <a:defRPr sz="1875" b="0">
                <a:solidFill>
                  <a:srgbClr val="14362D"/>
                </a:solidFill>
                <a:latin typeface="Helvetica Neue"/>
                <a:ea typeface="Helvetica Neue"/>
                <a:cs typeface="Helvetica Neue"/>
              </a:defRPr>
            </a:lvl5pPr>
            <a:lvl6pPr>
              <a:defRPr sz="1875" b="0">
                <a:solidFill>
                  <a:srgbClr val="14362D"/>
                </a:solidFill>
                <a:latin typeface="Helvetica Neue"/>
                <a:ea typeface="Helvetica Neue"/>
                <a:cs typeface="Helvetica Neue"/>
              </a:defRPr>
            </a:lvl6pPr>
            <a:lvl7pPr>
              <a:defRPr sz="1875" b="0">
                <a:solidFill>
                  <a:srgbClr val="14362D"/>
                </a:solidFill>
                <a:latin typeface="Helvetica Neue"/>
                <a:ea typeface="Helvetica Neue"/>
                <a:cs typeface="Helvetica Neue"/>
              </a:defRPr>
            </a:lvl7pPr>
            <a:lvl8pPr>
              <a:defRPr sz="1875" b="0">
                <a:solidFill>
                  <a:srgbClr val="14362D"/>
                </a:solidFill>
                <a:latin typeface="Helvetica Neue"/>
                <a:ea typeface="Helvetica Neue"/>
                <a:cs typeface="Helvetica Neue"/>
              </a:defRPr>
            </a:lvl8pPr>
            <a:lvl9pPr>
              <a:defRPr sz="1875" b="0">
                <a:solidFill>
                  <a:srgbClr val="14362D"/>
                </a:solidFill>
                <a:latin typeface="Helvetica Neue"/>
                <a:ea typeface="Helvetica Neue"/>
                <a:cs typeface="Helvetica Neue"/>
              </a:defRPr>
            </a:lvl9pPr>
          </a:lstStyle>
          <a:p xmlns:a="http://schemas.openxmlformats.org/drawingml/2006/main">
            <a:pPr>
              <a:defRPr sz="1875" b="0">
                <a:solidFill>
                  <a:srgbClr val="14362D"/>
                </a:solidFill>
                <a:latin typeface="Helvetica Neue"/>
                <a:ea typeface="Helvetica Neue"/>
                <a:cs typeface="Helvetica Neue"/>
              </a:defRPr>
            </a:pPr>
            <a:r>
              <a:rPr sz="1875" b="0">
                <a:solidFill>
                  <a:srgbClr val="14362D"/>
                </a:solidFill>
                <a:latin typeface="Helvetica Neue"/>
                <a:ea typeface="Helvetica Neue"/>
                <a:cs typeface="Helvetica Neue"/>
              </a:rPr>
              <a:t>Context interpretation and constrained scenario / prompt construction using a supported Hailo-10H model.</a:t>
            </a:r>
          </a:p>
        </p:txBody>
      </p:sp>
      <p:sp>
        <p:nvSpPr>
          <p:cNvPr id="7" name="">
            <a:extLst xmlns:a="http://schemas.openxmlformats.org/drawingml/2006/main">
              <a:ext uri="{FF2B5EF4-FFF2-40B4-BE49-F238E27FC236}">
                <a16:creationId xmlns:a16="http://schemas.microsoft.com/office/drawing/2014/main" id="{3B22D172-9C45-4EF3-88D5-D0B44875B468}"/>
              </a:ext>
            </a:extLst>
          </p:cNvPr>
          <p:cNvSpPr>
            <a:spLocks xmlns:a="http://schemas.openxmlformats.org/drawingml/2006/main" noGrp="1"/>
          </p:cNvSpPr>
          <p:nvPr/>
        </p:nvSpPr>
        <p:spPr>
          <a:xfrm xmlns:a="http://schemas.openxmlformats.org/drawingml/2006/main">
            <a:off x="4476750" y="2095500"/>
            <a:ext cx="3238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250" b="1">
                <a:solidFill>
                  <a:srgbClr val="2F7760"/>
                </a:solidFill>
                <a:latin typeface="Helvetica Neue"/>
                <a:ea typeface="Helvetica Neue"/>
                <a:cs typeface="Helvetica Neue"/>
              </a:defRPr>
            </a:defPPr>
            <a:lvl1pPr>
              <a:defRPr sz="2250" b="1">
                <a:solidFill>
                  <a:srgbClr val="2F7760"/>
                </a:solidFill>
                <a:latin typeface="Helvetica Neue"/>
                <a:ea typeface="Helvetica Neue"/>
                <a:cs typeface="Helvetica Neue"/>
              </a:defRPr>
            </a:lvl1pPr>
            <a:lvl2pPr>
              <a:defRPr sz="2250" b="1">
                <a:solidFill>
                  <a:srgbClr val="2F7760"/>
                </a:solidFill>
                <a:latin typeface="Helvetica Neue"/>
                <a:ea typeface="Helvetica Neue"/>
                <a:cs typeface="Helvetica Neue"/>
              </a:defRPr>
            </a:lvl2pPr>
            <a:lvl3pPr>
              <a:defRPr sz="2250" b="1">
                <a:solidFill>
                  <a:srgbClr val="2F7760"/>
                </a:solidFill>
                <a:latin typeface="Helvetica Neue"/>
                <a:ea typeface="Helvetica Neue"/>
                <a:cs typeface="Helvetica Neue"/>
              </a:defRPr>
            </a:lvl3pPr>
            <a:lvl4pPr>
              <a:defRPr sz="2250" b="1">
                <a:solidFill>
                  <a:srgbClr val="2F7760"/>
                </a:solidFill>
                <a:latin typeface="Helvetica Neue"/>
                <a:ea typeface="Helvetica Neue"/>
                <a:cs typeface="Helvetica Neue"/>
              </a:defRPr>
            </a:lvl4pPr>
            <a:lvl5pPr>
              <a:defRPr sz="2250" b="1">
                <a:solidFill>
                  <a:srgbClr val="2F7760"/>
                </a:solidFill>
                <a:latin typeface="Helvetica Neue"/>
                <a:ea typeface="Helvetica Neue"/>
                <a:cs typeface="Helvetica Neue"/>
              </a:defRPr>
            </a:lvl5pPr>
            <a:lvl6pPr>
              <a:defRPr sz="2250" b="1">
                <a:solidFill>
                  <a:srgbClr val="2F7760"/>
                </a:solidFill>
                <a:latin typeface="Helvetica Neue"/>
                <a:ea typeface="Helvetica Neue"/>
                <a:cs typeface="Helvetica Neue"/>
              </a:defRPr>
            </a:lvl6pPr>
            <a:lvl7pPr>
              <a:defRPr sz="2250" b="1">
                <a:solidFill>
                  <a:srgbClr val="2F7760"/>
                </a:solidFill>
                <a:latin typeface="Helvetica Neue"/>
                <a:ea typeface="Helvetica Neue"/>
                <a:cs typeface="Helvetica Neue"/>
              </a:defRPr>
            </a:lvl7pPr>
            <a:lvl8pPr>
              <a:defRPr sz="2250" b="1">
                <a:solidFill>
                  <a:srgbClr val="2F7760"/>
                </a:solidFill>
                <a:latin typeface="Helvetica Neue"/>
                <a:ea typeface="Helvetica Neue"/>
                <a:cs typeface="Helvetica Neue"/>
              </a:defRPr>
            </a:lvl8pPr>
            <a:lvl9pPr>
              <a:defRPr sz="2250" b="1">
                <a:solidFill>
                  <a:srgbClr val="2F7760"/>
                </a:solidFill>
                <a:latin typeface="Helvetica Neue"/>
                <a:ea typeface="Helvetica Neue"/>
                <a:cs typeface="Helvetica Neue"/>
              </a:defRPr>
            </a:lvl9pPr>
          </a:lstStyle>
          <a:p xmlns:a="http://schemas.openxmlformats.org/drawingml/2006/main">
            <a:pPr>
              <a:defRPr sz="2250" b="1">
                <a:solidFill>
                  <a:srgbClr val="2F7760"/>
                </a:solidFill>
                <a:latin typeface="Helvetica Neue"/>
                <a:ea typeface="Helvetica Neue"/>
                <a:cs typeface="Helvetica Neue"/>
              </a:defRPr>
            </a:pPr>
            <a:r>
              <a:rPr sz="2250" b="1">
                <a:solidFill>
                  <a:srgbClr val="2F7760"/>
                </a:solidFill>
                <a:latin typeface="Helvetica Neue"/>
                <a:ea typeface="Helvetica Neue"/>
                <a:cs typeface="Helvetica Neue"/>
              </a:rPr>
              <a:t>Compatibility gate</a:t>
            </a:r>
          </a:p>
        </p:txBody>
      </p:sp>
      <p:sp>
        <p:nvSpPr>
          <p:cNvPr id="8" name="">
            <a:extLst xmlns:a="http://schemas.openxmlformats.org/drawingml/2006/main">
              <a:ext uri="{FF2B5EF4-FFF2-40B4-BE49-F238E27FC236}">
                <a16:creationId xmlns:a16="http://schemas.microsoft.com/office/drawing/2014/main" id="{F7F17176-A0B5-4CED-A06D-CAB2CED31D67}"/>
              </a:ext>
            </a:extLst>
          </p:cNvPr>
          <p:cNvSpPr>
            <a:spLocks xmlns:a="http://schemas.openxmlformats.org/drawingml/2006/main" noGrp="1"/>
          </p:cNvSpPr>
          <p:nvPr/>
        </p:nvSpPr>
        <p:spPr>
          <a:xfrm xmlns:a="http://schemas.openxmlformats.org/drawingml/2006/main">
            <a:off x="4476750" y="2762250"/>
            <a:ext cx="323850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875" b="0">
                <a:solidFill>
                  <a:srgbClr val="14362D"/>
                </a:solidFill>
                <a:latin typeface="Helvetica Neue"/>
                <a:ea typeface="Helvetica Neue"/>
                <a:cs typeface="Helvetica Neue"/>
              </a:defRPr>
            </a:defPPr>
            <a:lvl1pPr>
              <a:defRPr sz="1875" b="0">
                <a:solidFill>
                  <a:srgbClr val="14362D"/>
                </a:solidFill>
                <a:latin typeface="Helvetica Neue"/>
                <a:ea typeface="Helvetica Neue"/>
                <a:cs typeface="Helvetica Neue"/>
              </a:defRPr>
            </a:lvl1pPr>
            <a:lvl2pPr>
              <a:defRPr sz="1875" b="0">
                <a:solidFill>
                  <a:srgbClr val="14362D"/>
                </a:solidFill>
                <a:latin typeface="Helvetica Neue"/>
                <a:ea typeface="Helvetica Neue"/>
                <a:cs typeface="Helvetica Neue"/>
              </a:defRPr>
            </a:lvl2pPr>
            <a:lvl3pPr>
              <a:defRPr sz="1875" b="0">
                <a:solidFill>
                  <a:srgbClr val="14362D"/>
                </a:solidFill>
                <a:latin typeface="Helvetica Neue"/>
                <a:ea typeface="Helvetica Neue"/>
                <a:cs typeface="Helvetica Neue"/>
              </a:defRPr>
            </a:lvl3pPr>
            <a:lvl4pPr>
              <a:defRPr sz="1875" b="0">
                <a:solidFill>
                  <a:srgbClr val="14362D"/>
                </a:solidFill>
                <a:latin typeface="Helvetica Neue"/>
                <a:ea typeface="Helvetica Neue"/>
                <a:cs typeface="Helvetica Neue"/>
              </a:defRPr>
            </a:lvl4pPr>
            <a:lvl5pPr>
              <a:defRPr sz="1875" b="0">
                <a:solidFill>
                  <a:srgbClr val="14362D"/>
                </a:solidFill>
                <a:latin typeface="Helvetica Neue"/>
                <a:ea typeface="Helvetica Neue"/>
                <a:cs typeface="Helvetica Neue"/>
              </a:defRPr>
            </a:lvl5pPr>
            <a:lvl6pPr>
              <a:defRPr sz="1875" b="0">
                <a:solidFill>
                  <a:srgbClr val="14362D"/>
                </a:solidFill>
                <a:latin typeface="Helvetica Neue"/>
                <a:ea typeface="Helvetica Neue"/>
                <a:cs typeface="Helvetica Neue"/>
              </a:defRPr>
            </a:lvl6pPr>
            <a:lvl7pPr>
              <a:defRPr sz="1875" b="0">
                <a:solidFill>
                  <a:srgbClr val="14362D"/>
                </a:solidFill>
                <a:latin typeface="Helvetica Neue"/>
                <a:ea typeface="Helvetica Neue"/>
                <a:cs typeface="Helvetica Neue"/>
              </a:defRPr>
            </a:lvl7pPr>
            <a:lvl8pPr>
              <a:defRPr sz="1875" b="0">
                <a:solidFill>
                  <a:srgbClr val="14362D"/>
                </a:solidFill>
                <a:latin typeface="Helvetica Neue"/>
                <a:ea typeface="Helvetica Neue"/>
                <a:cs typeface="Helvetica Neue"/>
              </a:defRPr>
            </a:lvl8pPr>
            <a:lvl9pPr>
              <a:defRPr sz="1875" b="0">
                <a:solidFill>
                  <a:srgbClr val="14362D"/>
                </a:solidFill>
                <a:latin typeface="Helvetica Neue"/>
                <a:ea typeface="Helvetica Neue"/>
                <a:cs typeface="Helvetica Neue"/>
              </a:defRPr>
            </a:lvl9pPr>
          </a:lstStyle>
          <a:p xmlns:a="http://schemas.openxmlformats.org/drawingml/2006/main">
            <a:pPr>
              <a:defRPr sz="1875" b="0">
                <a:solidFill>
                  <a:srgbClr val="14362D"/>
                </a:solidFill>
                <a:latin typeface="Helvetica Neue"/>
                <a:ea typeface="Helvetica Neue"/>
                <a:cs typeface="Helvetica Neue"/>
              </a:defRPr>
            </a:pPr>
            <a:r>
              <a:rPr sz="1875" b="0">
                <a:solidFill>
                  <a:srgbClr val="14362D"/>
                </a:solidFill>
                <a:latin typeface="Helvetica Neue"/>
                <a:ea typeface="Helvetica Neue"/>
                <a:cs typeface="Helvetica Neue"/>
              </a:rPr>
              <a:t>Confirm received device, host OS, drivers, memory and model runtime. USB versus M.2 selection remains pending.</a:t>
            </a:r>
          </a:p>
        </p:txBody>
      </p:sp>
      <p:sp>
        <p:nvSpPr>
          <p:cNvPr id="9" name="">
            <a:extLst xmlns:a="http://schemas.openxmlformats.org/drawingml/2006/main">
              <a:ext uri="{FF2B5EF4-FFF2-40B4-BE49-F238E27FC236}">
                <a16:creationId xmlns:a16="http://schemas.microsoft.com/office/drawing/2014/main" id="{8F95EED6-6F62-4525-88BF-8B2DA978DEFC}"/>
              </a:ext>
            </a:extLst>
          </p:cNvPr>
          <p:cNvSpPr>
            <a:spLocks xmlns:a="http://schemas.openxmlformats.org/drawingml/2006/main" noGrp="1"/>
          </p:cNvSpPr>
          <p:nvPr/>
        </p:nvSpPr>
        <p:spPr>
          <a:xfrm xmlns:a="http://schemas.openxmlformats.org/drawingml/2006/main">
            <a:off x="8343900" y="2095500"/>
            <a:ext cx="3238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250" b="1">
                <a:solidFill>
                  <a:srgbClr val="2F7760"/>
                </a:solidFill>
                <a:latin typeface="Helvetica Neue"/>
                <a:ea typeface="Helvetica Neue"/>
                <a:cs typeface="Helvetica Neue"/>
              </a:defRPr>
            </a:defPPr>
            <a:lvl1pPr>
              <a:defRPr sz="2250" b="1">
                <a:solidFill>
                  <a:srgbClr val="2F7760"/>
                </a:solidFill>
                <a:latin typeface="Helvetica Neue"/>
                <a:ea typeface="Helvetica Neue"/>
                <a:cs typeface="Helvetica Neue"/>
              </a:defRPr>
            </a:lvl1pPr>
            <a:lvl2pPr>
              <a:defRPr sz="2250" b="1">
                <a:solidFill>
                  <a:srgbClr val="2F7760"/>
                </a:solidFill>
                <a:latin typeface="Helvetica Neue"/>
                <a:ea typeface="Helvetica Neue"/>
                <a:cs typeface="Helvetica Neue"/>
              </a:defRPr>
            </a:lvl2pPr>
            <a:lvl3pPr>
              <a:defRPr sz="2250" b="1">
                <a:solidFill>
                  <a:srgbClr val="2F7760"/>
                </a:solidFill>
                <a:latin typeface="Helvetica Neue"/>
                <a:ea typeface="Helvetica Neue"/>
                <a:cs typeface="Helvetica Neue"/>
              </a:defRPr>
            </a:lvl3pPr>
            <a:lvl4pPr>
              <a:defRPr sz="2250" b="1">
                <a:solidFill>
                  <a:srgbClr val="2F7760"/>
                </a:solidFill>
                <a:latin typeface="Helvetica Neue"/>
                <a:ea typeface="Helvetica Neue"/>
                <a:cs typeface="Helvetica Neue"/>
              </a:defRPr>
            </a:lvl4pPr>
            <a:lvl5pPr>
              <a:defRPr sz="2250" b="1">
                <a:solidFill>
                  <a:srgbClr val="2F7760"/>
                </a:solidFill>
                <a:latin typeface="Helvetica Neue"/>
                <a:ea typeface="Helvetica Neue"/>
                <a:cs typeface="Helvetica Neue"/>
              </a:defRPr>
            </a:lvl5pPr>
            <a:lvl6pPr>
              <a:defRPr sz="2250" b="1">
                <a:solidFill>
                  <a:srgbClr val="2F7760"/>
                </a:solidFill>
                <a:latin typeface="Helvetica Neue"/>
                <a:ea typeface="Helvetica Neue"/>
                <a:cs typeface="Helvetica Neue"/>
              </a:defRPr>
            </a:lvl6pPr>
            <a:lvl7pPr>
              <a:defRPr sz="2250" b="1">
                <a:solidFill>
                  <a:srgbClr val="2F7760"/>
                </a:solidFill>
                <a:latin typeface="Helvetica Neue"/>
                <a:ea typeface="Helvetica Neue"/>
                <a:cs typeface="Helvetica Neue"/>
              </a:defRPr>
            </a:lvl7pPr>
            <a:lvl8pPr>
              <a:defRPr sz="2250" b="1">
                <a:solidFill>
                  <a:srgbClr val="2F7760"/>
                </a:solidFill>
                <a:latin typeface="Helvetica Neue"/>
                <a:ea typeface="Helvetica Neue"/>
                <a:cs typeface="Helvetica Neue"/>
              </a:defRPr>
            </a:lvl8pPr>
            <a:lvl9pPr>
              <a:defRPr sz="2250" b="1">
                <a:solidFill>
                  <a:srgbClr val="2F7760"/>
                </a:solidFill>
                <a:latin typeface="Helvetica Neue"/>
                <a:ea typeface="Helvetica Neue"/>
                <a:cs typeface="Helvetica Neue"/>
              </a:defRPr>
            </a:lvl9pPr>
          </a:lstStyle>
          <a:p xmlns:a="http://schemas.openxmlformats.org/drawingml/2006/main">
            <a:pPr>
              <a:defRPr sz="2250" b="1">
                <a:solidFill>
                  <a:srgbClr val="2F7760"/>
                </a:solidFill>
                <a:latin typeface="Helvetica Neue"/>
                <a:ea typeface="Helvetica Neue"/>
                <a:cs typeface="Helvetica Neue"/>
              </a:defRPr>
            </a:pPr>
            <a:r>
              <a:rPr sz="2250" b="1">
                <a:solidFill>
                  <a:srgbClr val="2F7760"/>
                </a:solidFill>
                <a:latin typeface="Helvetica Neue"/>
                <a:ea typeface="Helvetica Neue"/>
                <a:cs typeface="Helvetica Neue"/>
              </a:rPr>
              <a:t>Evidence needed</a:t>
            </a:r>
          </a:p>
        </p:txBody>
      </p:sp>
      <p:sp>
        <p:nvSpPr>
          <p:cNvPr id="10" name="">
            <a:extLst xmlns:a="http://schemas.openxmlformats.org/drawingml/2006/main">
              <a:ext uri="{FF2B5EF4-FFF2-40B4-BE49-F238E27FC236}">
                <a16:creationId xmlns:a16="http://schemas.microsoft.com/office/drawing/2014/main" id="{C71ADBF3-5309-452F-ACA2-D8E99AF47302}"/>
              </a:ext>
            </a:extLst>
          </p:cNvPr>
          <p:cNvSpPr>
            <a:spLocks xmlns:a="http://schemas.openxmlformats.org/drawingml/2006/main" noGrp="1"/>
          </p:cNvSpPr>
          <p:nvPr/>
        </p:nvSpPr>
        <p:spPr>
          <a:xfrm xmlns:a="http://schemas.openxmlformats.org/drawingml/2006/main">
            <a:off x="8343900" y="2762250"/>
            <a:ext cx="323850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875" b="0">
                <a:solidFill>
                  <a:srgbClr val="14362D"/>
                </a:solidFill>
                <a:latin typeface="Helvetica Neue"/>
                <a:ea typeface="Helvetica Neue"/>
                <a:cs typeface="Helvetica Neue"/>
              </a:defRPr>
            </a:defPPr>
            <a:lvl1pPr>
              <a:defRPr sz="1875" b="0">
                <a:solidFill>
                  <a:srgbClr val="14362D"/>
                </a:solidFill>
                <a:latin typeface="Helvetica Neue"/>
                <a:ea typeface="Helvetica Neue"/>
                <a:cs typeface="Helvetica Neue"/>
              </a:defRPr>
            </a:lvl1pPr>
            <a:lvl2pPr>
              <a:defRPr sz="1875" b="0">
                <a:solidFill>
                  <a:srgbClr val="14362D"/>
                </a:solidFill>
                <a:latin typeface="Helvetica Neue"/>
                <a:ea typeface="Helvetica Neue"/>
                <a:cs typeface="Helvetica Neue"/>
              </a:defRPr>
            </a:lvl2pPr>
            <a:lvl3pPr>
              <a:defRPr sz="1875" b="0">
                <a:solidFill>
                  <a:srgbClr val="14362D"/>
                </a:solidFill>
                <a:latin typeface="Helvetica Neue"/>
                <a:ea typeface="Helvetica Neue"/>
                <a:cs typeface="Helvetica Neue"/>
              </a:defRPr>
            </a:lvl3pPr>
            <a:lvl4pPr>
              <a:defRPr sz="1875" b="0">
                <a:solidFill>
                  <a:srgbClr val="14362D"/>
                </a:solidFill>
                <a:latin typeface="Helvetica Neue"/>
                <a:ea typeface="Helvetica Neue"/>
                <a:cs typeface="Helvetica Neue"/>
              </a:defRPr>
            </a:lvl4pPr>
            <a:lvl5pPr>
              <a:defRPr sz="1875" b="0">
                <a:solidFill>
                  <a:srgbClr val="14362D"/>
                </a:solidFill>
                <a:latin typeface="Helvetica Neue"/>
                <a:ea typeface="Helvetica Neue"/>
                <a:cs typeface="Helvetica Neue"/>
              </a:defRPr>
            </a:lvl5pPr>
            <a:lvl6pPr>
              <a:defRPr sz="1875" b="0">
                <a:solidFill>
                  <a:srgbClr val="14362D"/>
                </a:solidFill>
                <a:latin typeface="Helvetica Neue"/>
                <a:ea typeface="Helvetica Neue"/>
                <a:cs typeface="Helvetica Neue"/>
              </a:defRPr>
            </a:lvl6pPr>
            <a:lvl7pPr>
              <a:defRPr sz="1875" b="0">
                <a:solidFill>
                  <a:srgbClr val="14362D"/>
                </a:solidFill>
                <a:latin typeface="Helvetica Neue"/>
                <a:ea typeface="Helvetica Neue"/>
                <a:cs typeface="Helvetica Neue"/>
              </a:defRPr>
            </a:lvl7pPr>
            <a:lvl8pPr>
              <a:defRPr sz="1875" b="0">
                <a:solidFill>
                  <a:srgbClr val="14362D"/>
                </a:solidFill>
                <a:latin typeface="Helvetica Neue"/>
                <a:ea typeface="Helvetica Neue"/>
                <a:cs typeface="Helvetica Neue"/>
              </a:defRPr>
            </a:lvl8pPr>
            <a:lvl9pPr>
              <a:defRPr sz="1875" b="0">
                <a:solidFill>
                  <a:srgbClr val="14362D"/>
                </a:solidFill>
                <a:latin typeface="Helvetica Neue"/>
                <a:ea typeface="Helvetica Neue"/>
                <a:cs typeface="Helvetica Neue"/>
              </a:defRPr>
            </a:lvl9pPr>
          </a:lstStyle>
          <a:p xmlns:a="http://schemas.openxmlformats.org/drawingml/2006/main">
            <a:pPr>
              <a:defRPr sz="1875" b="0">
                <a:solidFill>
                  <a:srgbClr val="14362D"/>
                </a:solidFill>
                <a:latin typeface="Helvetica Neue"/>
                <a:ea typeface="Helvetica Neue"/>
                <a:cs typeface="Helvetica Neue"/>
              </a:defRPr>
            </a:pPr>
            <a:r>
              <a:rPr sz="1875" b="0">
                <a:solidFill>
                  <a:srgbClr val="14362D"/>
                </a:solidFill>
                <a:latin typeface="Helvetica Neue"/>
                <a:ea typeface="Helvetica Neue"/>
                <a:cs typeface="Helvetica Neue"/>
              </a:rPr>
              <a:t>Actual device operation, model versions, reproducible logs and separate timings for every pipeline stage.</a:t>
            </a:r>
          </a:p>
        </p:txBody>
      </p:sp>
      <p:sp>
        <p:nvSpPr>
          <p:cNvPr id="11" name="">
            <a:extLst xmlns:a="http://schemas.openxmlformats.org/drawingml/2006/main">
              <a:ext uri="{FF2B5EF4-FFF2-40B4-BE49-F238E27FC236}">
                <a16:creationId xmlns:a16="http://schemas.microsoft.com/office/drawing/2014/main" id="{4FAC40EA-EC80-4419-83E5-7AD57EDECDB3}"/>
              </a:ext>
            </a:extLst>
          </p:cNvPr>
          <p:cNvSpPr>
            <a:spLocks xmlns:a="http://schemas.openxmlformats.org/drawingml/2006/main" noGrp="1"/>
          </p:cNvSpPr>
          <p:nvPr/>
        </p:nvSpPr>
        <p:spPr>
          <a:xfrm xmlns:a="http://schemas.openxmlformats.org/drawingml/2006/main">
            <a:off x="609600" y="5400675"/>
            <a:ext cx="106680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025" b="1">
                <a:solidFill>
                  <a:srgbClr val="2F7760"/>
                </a:solidFill>
                <a:latin typeface="Helvetica Neue"/>
                <a:ea typeface="Helvetica Neue"/>
                <a:cs typeface="Helvetica Neue"/>
              </a:defRPr>
            </a:defPPr>
            <a:lvl1pPr>
              <a:defRPr sz="2025" b="1">
                <a:solidFill>
                  <a:srgbClr val="2F7760"/>
                </a:solidFill>
                <a:latin typeface="Helvetica Neue"/>
                <a:ea typeface="Helvetica Neue"/>
                <a:cs typeface="Helvetica Neue"/>
              </a:defRPr>
            </a:lvl1pPr>
            <a:lvl2pPr>
              <a:defRPr sz="2025" b="1">
                <a:solidFill>
                  <a:srgbClr val="2F7760"/>
                </a:solidFill>
                <a:latin typeface="Helvetica Neue"/>
                <a:ea typeface="Helvetica Neue"/>
                <a:cs typeface="Helvetica Neue"/>
              </a:defRPr>
            </a:lvl2pPr>
            <a:lvl3pPr>
              <a:defRPr sz="2025" b="1">
                <a:solidFill>
                  <a:srgbClr val="2F7760"/>
                </a:solidFill>
                <a:latin typeface="Helvetica Neue"/>
                <a:ea typeface="Helvetica Neue"/>
                <a:cs typeface="Helvetica Neue"/>
              </a:defRPr>
            </a:lvl3pPr>
            <a:lvl4pPr>
              <a:defRPr sz="2025" b="1">
                <a:solidFill>
                  <a:srgbClr val="2F7760"/>
                </a:solidFill>
                <a:latin typeface="Helvetica Neue"/>
                <a:ea typeface="Helvetica Neue"/>
                <a:cs typeface="Helvetica Neue"/>
              </a:defRPr>
            </a:lvl4pPr>
            <a:lvl5pPr>
              <a:defRPr sz="2025" b="1">
                <a:solidFill>
                  <a:srgbClr val="2F7760"/>
                </a:solidFill>
                <a:latin typeface="Helvetica Neue"/>
                <a:ea typeface="Helvetica Neue"/>
                <a:cs typeface="Helvetica Neue"/>
              </a:defRPr>
            </a:lvl5pPr>
            <a:lvl6pPr>
              <a:defRPr sz="2025" b="1">
                <a:solidFill>
                  <a:srgbClr val="2F7760"/>
                </a:solidFill>
                <a:latin typeface="Helvetica Neue"/>
                <a:ea typeface="Helvetica Neue"/>
                <a:cs typeface="Helvetica Neue"/>
              </a:defRPr>
            </a:lvl6pPr>
            <a:lvl7pPr>
              <a:defRPr sz="2025" b="1">
                <a:solidFill>
                  <a:srgbClr val="2F7760"/>
                </a:solidFill>
                <a:latin typeface="Helvetica Neue"/>
                <a:ea typeface="Helvetica Neue"/>
                <a:cs typeface="Helvetica Neue"/>
              </a:defRPr>
            </a:lvl7pPr>
            <a:lvl8pPr>
              <a:defRPr sz="2025" b="1">
                <a:solidFill>
                  <a:srgbClr val="2F7760"/>
                </a:solidFill>
                <a:latin typeface="Helvetica Neue"/>
                <a:ea typeface="Helvetica Neue"/>
                <a:cs typeface="Helvetica Neue"/>
              </a:defRPr>
            </a:lvl8pPr>
            <a:lvl9pPr>
              <a:defRPr sz="2025" b="1">
                <a:solidFill>
                  <a:srgbClr val="2F7760"/>
                </a:solidFill>
                <a:latin typeface="Helvetica Neue"/>
                <a:ea typeface="Helvetica Neue"/>
                <a:cs typeface="Helvetica Neue"/>
              </a:defRPr>
            </a:lvl9pPr>
          </a:lstStyle>
          <a:p xmlns:a="http://schemas.openxmlformats.org/drawingml/2006/main">
            <a:pPr>
              <a:defRPr sz="2025" b="1">
                <a:solidFill>
                  <a:srgbClr val="2F7760"/>
                </a:solidFill>
                <a:latin typeface="Helvetica Neue"/>
                <a:ea typeface="Helvetica Neue"/>
                <a:cs typeface="Helvetica Neue"/>
              </a:defRPr>
            </a:pPr>
            <a:r>
              <a:rPr sz="2025" b="1">
                <a:solidFill>
                  <a:srgbClr val="2F7760"/>
                </a:solidFill>
                <a:latin typeface="Helvetica Neue"/>
                <a:ea typeface="Helvetica Neue"/>
                <a:cs typeface="Helvetica Neue"/>
              </a:rPr>
              <a:t>Development will evaluate model support, runtime compatibility and pipeline performance.</a:t>
            </a:r>
          </a:p>
        </p:txBody>
      </p:sp>
    </p:spTree>
    <p:extLst>
      <p:ext uri="{BB962C8B-B14F-4D97-AF65-F5344CB8AC3E}">
        <p14:creationId xmlns:p14="http://schemas.microsoft.com/office/powerpoint/2010/main" val="97930368"/>
      </p:ext>
    </p:extLst>
  </p:cSld>
</p:sld>
</file>

<file path=ppt/slides/slide8.xml><?xml version="1.0" encoding="utf-8"?>
<p:sld xmlns:p="http://schemas.openxmlformats.org/presentationml/2006/main">
  <p:cSld>
    <p:bg>
      <p:bgPr>
        <a:solidFill xmlns:a="http://schemas.openxmlformats.org/drawingml/2006/main">
          <a:srgbClr val="F3F1E7"/>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33B879A-1BBD-461E-9B9A-B231F6F7230D}"/>
              </a:ext>
            </a:extLst>
          </p:cNvPr>
          <p:cNvSpPr>
            <a:spLocks xmlns:a="http://schemas.openxmlformats.org/drawingml/2006/main" noGrp="1"/>
          </p:cNvSpPr>
          <p:nvPr/>
        </p:nvSpPr>
        <p:spPr>
          <a:xfrm xmlns:a="http://schemas.openxmlformats.org/drawingml/2006/main">
            <a:off x="609600" y="476250"/>
            <a:ext cx="109537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362D"/>
                </a:solidFill>
                <a:latin typeface="Helvetica Neue"/>
                <a:ea typeface="Helvetica Neue"/>
                <a:cs typeface="Helvetica Neue"/>
              </a:defRPr>
            </a:defPPr>
            <a:lvl1pPr>
              <a:defRPr sz="3150" b="1">
                <a:solidFill>
                  <a:srgbClr val="14362D"/>
                </a:solidFill>
                <a:latin typeface="Helvetica Neue"/>
                <a:ea typeface="Helvetica Neue"/>
                <a:cs typeface="Helvetica Neue"/>
              </a:defRPr>
            </a:lvl1pPr>
            <a:lvl2pPr>
              <a:defRPr sz="3150" b="1">
                <a:solidFill>
                  <a:srgbClr val="14362D"/>
                </a:solidFill>
                <a:latin typeface="Helvetica Neue"/>
                <a:ea typeface="Helvetica Neue"/>
                <a:cs typeface="Helvetica Neue"/>
              </a:defRPr>
            </a:lvl2pPr>
            <a:lvl3pPr>
              <a:defRPr sz="3150" b="1">
                <a:solidFill>
                  <a:srgbClr val="14362D"/>
                </a:solidFill>
                <a:latin typeface="Helvetica Neue"/>
                <a:ea typeface="Helvetica Neue"/>
                <a:cs typeface="Helvetica Neue"/>
              </a:defRPr>
            </a:lvl3pPr>
            <a:lvl4pPr>
              <a:defRPr sz="3150" b="1">
                <a:solidFill>
                  <a:srgbClr val="14362D"/>
                </a:solidFill>
                <a:latin typeface="Helvetica Neue"/>
                <a:ea typeface="Helvetica Neue"/>
                <a:cs typeface="Helvetica Neue"/>
              </a:defRPr>
            </a:lvl4pPr>
            <a:lvl5pPr>
              <a:defRPr sz="3150" b="1">
                <a:solidFill>
                  <a:srgbClr val="14362D"/>
                </a:solidFill>
                <a:latin typeface="Helvetica Neue"/>
                <a:ea typeface="Helvetica Neue"/>
                <a:cs typeface="Helvetica Neue"/>
              </a:defRPr>
            </a:lvl5pPr>
            <a:lvl6pPr>
              <a:defRPr sz="3150" b="1">
                <a:solidFill>
                  <a:srgbClr val="14362D"/>
                </a:solidFill>
                <a:latin typeface="Helvetica Neue"/>
                <a:ea typeface="Helvetica Neue"/>
                <a:cs typeface="Helvetica Neue"/>
              </a:defRPr>
            </a:lvl6pPr>
            <a:lvl7pPr>
              <a:defRPr sz="3150" b="1">
                <a:solidFill>
                  <a:srgbClr val="14362D"/>
                </a:solidFill>
                <a:latin typeface="Helvetica Neue"/>
                <a:ea typeface="Helvetica Neue"/>
                <a:cs typeface="Helvetica Neue"/>
              </a:defRPr>
            </a:lvl7pPr>
            <a:lvl8pPr>
              <a:defRPr sz="3150" b="1">
                <a:solidFill>
                  <a:srgbClr val="14362D"/>
                </a:solidFill>
                <a:latin typeface="Helvetica Neue"/>
                <a:ea typeface="Helvetica Neue"/>
                <a:cs typeface="Helvetica Neue"/>
              </a:defRPr>
            </a:lvl8pPr>
            <a:lvl9pPr>
              <a:defRPr sz="3150" b="1">
                <a:solidFill>
                  <a:srgbClr val="14362D"/>
                </a:solidFill>
                <a:latin typeface="Helvetica Neue"/>
                <a:ea typeface="Helvetica Neue"/>
                <a:cs typeface="Helvetica Neue"/>
              </a:defRPr>
            </a:lvl9pPr>
          </a:lstStyle>
          <a:p xmlns:a="http://schemas.openxmlformats.org/drawingml/2006/main">
            <a:pPr>
              <a:defRPr sz="3150" b="1">
                <a:solidFill>
                  <a:srgbClr val="14362D"/>
                </a:solidFill>
                <a:latin typeface="Helvetica Neue"/>
                <a:ea typeface="Helvetica Neue"/>
                <a:cs typeface="Helvetica Neue"/>
              </a:defRPr>
            </a:pPr>
            <a:r>
              <a:rPr sz="3150" b="1">
                <a:solidFill>
                  <a:srgbClr val="14362D"/>
                </a:solidFill>
                <a:latin typeface="Helvetica Neue"/>
                <a:ea typeface="Helvetica Neue"/>
                <a:cs typeface="Helvetica Neue"/>
              </a:rPr>
              <a:t>Reference material and planned development</a:t>
            </a:r>
          </a:p>
        </p:txBody>
      </p:sp>
      <p:sp>
        <p:nvSpPr>
          <p:cNvPr id="2" name="">
            <a:extLst xmlns:a="http://schemas.openxmlformats.org/drawingml/2006/main">
              <a:ext uri="{FF2B5EF4-FFF2-40B4-BE49-F238E27FC236}">
                <a16:creationId xmlns:a16="http://schemas.microsoft.com/office/drawing/2014/main" id="{BEBDC342-1665-4DE4-BAE5-FA3E889E8EDA}"/>
              </a:ext>
            </a:extLst>
          </p:cNvPr>
          <p:cNvSpPr>
            <a:spLocks xmlns:a="http://schemas.openxmlformats.org/drawingml/2006/main" noGrp="1"/>
          </p:cNvSpPr>
          <p:nvPr/>
        </p:nvSpPr>
        <p:spPr>
          <a:xfrm xmlns:a="http://schemas.openxmlformats.org/drawingml/2006/main">
            <a:off x="609600" y="1533525"/>
            <a:ext cx="10972800" cy="19050"/>
          </a:xfrm>
          <a:prstGeom xmlns:a="http://schemas.openxmlformats.org/drawingml/2006/main" prst="rect">
            <a:avLst/>
          </a:prstGeom>
          <a:solidFill xmlns:a="http://schemas.openxmlformats.org/drawingml/2006/main">
            <a:srgbClr val="C5CCC1"/>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1F04FEDD-C47E-444F-BCCC-37075C533681}"/>
              </a:ext>
            </a:extLst>
          </p:cNvPr>
          <p:cNvSpPr>
            <a:spLocks xmlns:a="http://schemas.openxmlformats.org/drawingml/2006/main" noGrp="1"/>
          </p:cNvSpPr>
          <p:nvPr/>
        </p:nvSpPr>
        <p:spPr>
          <a:xfrm xmlns:a="http://schemas.openxmlformats.org/drawingml/2006/main">
            <a:off x="609600" y="6419850"/>
            <a:ext cx="9525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50665B"/>
                </a:solidFill>
                <a:latin typeface="Helvetica Neue"/>
                <a:ea typeface="Helvetica Neue"/>
                <a:cs typeface="Helvetica Neue"/>
              </a:defRPr>
            </a:defPPr>
            <a:lvl1pPr>
              <a:defRPr sz="1050" b="0">
                <a:solidFill>
                  <a:srgbClr val="50665B"/>
                </a:solidFill>
                <a:latin typeface="Helvetica Neue"/>
                <a:ea typeface="Helvetica Neue"/>
                <a:cs typeface="Helvetica Neue"/>
              </a:defRPr>
            </a:lvl1pPr>
            <a:lvl2pPr>
              <a:defRPr sz="1050" b="0">
                <a:solidFill>
                  <a:srgbClr val="50665B"/>
                </a:solidFill>
                <a:latin typeface="Helvetica Neue"/>
                <a:ea typeface="Helvetica Neue"/>
                <a:cs typeface="Helvetica Neue"/>
              </a:defRPr>
            </a:lvl2pPr>
            <a:lvl3pPr>
              <a:defRPr sz="1050" b="0">
                <a:solidFill>
                  <a:srgbClr val="50665B"/>
                </a:solidFill>
                <a:latin typeface="Helvetica Neue"/>
                <a:ea typeface="Helvetica Neue"/>
                <a:cs typeface="Helvetica Neue"/>
              </a:defRPr>
            </a:lvl3pPr>
            <a:lvl4pPr>
              <a:defRPr sz="1050" b="0">
                <a:solidFill>
                  <a:srgbClr val="50665B"/>
                </a:solidFill>
                <a:latin typeface="Helvetica Neue"/>
                <a:ea typeface="Helvetica Neue"/>
                <a:cs typeface="Helvetica Neue"/>
              </a:defRPr>
            </a:lvl4pPr>
            <a:lvl5pPr>
              <a:defRPr sz="1050" b="0">
                <a:solidFill>
                  <a:srgbClr val="50665B"/>
                </a:solidFill>
                <a:latin typeface="Helvetica Neue"/>
                <a:ea typeface="Helvetica Neue"/>
                <a:cs typeface="Helvetica Neue"/>
              </a:defRPr>
            </a:lvl5pPr>
            <a:lvl6pPr>
              <a:defRPr sz="1050" b="0">
                <a:solidFill>
                  <a:srgbClr val="50665B"/>
                </a:solidFill>
                <a:latin typeface="Helvetica Neue"/>
                <a:ea typeface="Helvetica Neue"/>
                <a:cs typeface="Helvetica Neue"/>
              </a:defRPr>
            </a:lvl6pPr>
            <a:lvl7pPr>
              <a:defRPr sz="1050" b="0">
                <a:solidFill>
                  <a:srgbClr val="50665B"/>
                </a:solidFill>
                <a:latin typeface="Helvetica Neue"/>
                <a:ea typeface="Helvetica Neue"/>
                <a:cs typeface="Helvetica Neue"/>
              </a:defRPr>
            </a:lvl7pPr>
            <a:lvl8pPr>
              <a:defRPr sz="1050" b="0">
                <a:solidFill>
                  <a:srgbClr val="50665B"/>
                </a:solidFill>
                <a:latin typeface="Helvetica Neue"/>
                <a:ea typeface="Helvetica Neue"/>
                <a:cs typeface="Helvetica Neue"/>
              </a:defRPr>
            </a:lvl8pPr>
            <a:lvl9pPr>
              <a:defRPr sz="1050" b="0">
                <a:solidFill>
                  <a:srgbClr val="50665B"/>
                </a:solidFill>
                <a:latin typeface="Helvetica Neue"/>
                <a:ea typeface="Helvetica Neue"/>
                <a:cs typeface="Helvetica Neue"/>
              </a:defRPr>
            </a:lvl9pPr>
          </a:lstStyle>
          <a:p xmlns:a="http://schemas.openxmlformats.org/drawingml/2006/main">
            <a:pPr>
              <a:defRPr sz="1050" b="0">
                <a:solidFill>
                  <a:srgbClr val="50665B"/>
                </a:solidFill>
                <a:latin typeface="Helvetica Neue"/>
                <a:ea typeface="Helvetica Neue"/>
                <a:cs typeface="Helvetica Neue"/>
              </a:defRPr>
            </a:pPr>
            <a:r>
              <a:rPr sz="1050" b="0">
                <a:solidFill>
                  <a:srgbClr val="50665B"/>
                </a:solidFill>
                <a:latin typeface="Helvetica Neue"/>
                <a:ea typeface="Helvetica Neue"/>
                <a:cs typeface="Helvetica Neue"/>
              </a:rPr>
              <a:t>STAGE I / PROJECT PLAN</a:t>
            </a:r>
          </a:p>
        </p:txBody>
      </p:sp>
      <p:sp>
        <p:nvSpPr>
          <p:cNvPr id="4" name="">
            <a:extLst xmlns:a="http://schemas.openxmlformats.org/drawingml/2006/main">
              <a:ext uri="{FF2B5EF4-FFF2-40B4-BE49-F238E27FC236}">
                <a16:creationId xmlns:a16="http://schemas.microsoft.com/office/drawing/2014/main" id="{7026DA93-EBC0-44C9-8160-A41496A513BC}"/>
              </a:ext>
            </a:extLst>
          </p:cNvPr>
          <p:cNvSpPr>
            <a:spLocks xmlns:a="http://schemas.openxmlformats.org/drawingml/2006/main" noGrp="1"/>
          </p:cNvSpPr>
          <p:nvPr/>
        </p:nvSpPr>
        <p:spPr>
          <a:xfrm xmlns:a="http://schemas.openxmlformats.org/drawingml/2006/main">
            <a:off x="11106150" y="6419850"/>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50665B"/>
                </a:solidFill>
                <a:latin typeface="Helvetica Neue"/>
                <a:ea typeface="Helvetica Neue"/>
                <a:cs typeface="Helvetica Neue"/>
              </a:defRPr>
            </a:defPPr>
            <a:lvl1pPr>
              <a:defRPr sz="1050" b="0">
                <a:solidFill>
                  <a:srgbClr val="50665B"/>
                </a:solidFill>
                <a:latin typeface="Helvetica Neue"/>
                <a:ea typeface="Helvetica Neue"/>
                <a:cs typeface="Helvetica Neue"/>
              </a:defRPr>
            </a:lvl1pPr>
            <a:lvl2pPr>
              <a:defRPr sz="1050" b="0">
                <a:solidFill>
                  <a:srgbClr val="50665B"/>
                </a:solidFill>
                <a:latin typeface="Helvetica Neue"/>
                <a:ea typeface="Helvetica Neue"/>
                <a:cs typeface="Helvetica Neue"/>
              </a:defRPr>
            </a:lvl2pPr>
            <a:lvl3pPr>
              <a:defRPr sz="1050" b="0">
                <a:solidFill>
                  <a:srgbClr val="50665B"/>
                </a:solidFill>
                <a:latin typeface="Helvetica Neue"/>
                <a:ea typeface="Helvetica Neue"/>
                <a:cs typeface="Helvetica Neue"/>
              </a:defRPr>
            </a:lvl3pPr>
            <a:lvl4pPr>
              <a:defRPr sz="1050" b="0">
                <a:solidFill>
                  <a:srgbClr val="50665B"/>
                </a:solidFill>
                <a:latin typeface="Helvetica Neue"/>
                <a:ea typeface="Helvetica Neue"/>
                <a:cs typeface="Helvetica Neue"/>
              </a:defRPr>
            </a:lvl4pPr>
            <a:lvl5pPr>
              <a:defRPr sz="1050" b="0">
                <a:solidFill>
                  <a:srgbClr val="50665B"/>
                </a:solidFill>
                <a:latin typeface="Helvetica Neue"/>
                <a:ea typeface="Helvetica Neue"/>
                <a:cs typeface="Helvetica Neue"/>
              </a:defRPr>
            </a:lvl5pPr>
            <a:lvl6pPr>
              <a:defRPr sz="1050" b="0">
                <a:solidFill>
                  <a:srgbClr val="50665B"/>
                </a:solidFill>
                <a:latin typeface="Helvetica Neue"/>
                <a:ea typeface="Helvetica Neue"/>
                <a:cs typeface="Helvetica Neue"/>
              </a:defRPr>
            </a:lvl6pPr>
            <a:lvl7pPr>
              <a:defRPr sz="1050" b="0">
                <a:solidFill>
                  <a:srgbClr val="50665B"/>
                </a:solidFill>
                <a:latin typeface="Helvetica Neue"/>
                <a:ea typeface="Helvetica Neue"/>
                <a:cs typeface="Helvetica Neue"/>
              </a:defRPr>
            </a:lvl7pPr>
            <a:lvl8pPr>
              <a:defRPr sz="1050" b="0">
                <a:solidFill>
                  <a:srgbClr val="50665B"/>
                </a:solidFill>
                <a:latin typeface="Helvetica Neue"/>
                <a:ea typeface="Helvetica Neue"/>
                <a:cs typeface="Helvetica Neue"/>
              </a:defRPr>
            </a:lvl8pPr>
            <a:lvl9pPr>
              <a:defRPr sz="1050" b="0">
                <a:solidFill>
                  <a:srgbClr val="50665B"/>
                </a:solidFill>
                <a:latin typeface="Helvetica Neue"/>
                <a:ea typeface="Helvetica Neue"/>
                <a:cs typeface="Helvetica Neue"/>
              </a:defRPr>
            </a:lvl9pPr>
          </a:lstStyle>
          <a:p xmlns:a="http://schemas.openxmlformats.org/drawingml/2006/main">
            <a:pPr>
              <a:defRPr sz="1050" b="0">
                <a:solidFill>
                  <a:srgbClr val="50665B"/>
                </a:solidFill>
                <a:latin typeface="Helvetica Neue"/>
                <a:ea typeface="Helvetica Neue"/>
                <a:cs typeface="Helvetica Neue"/>
              </a:defRPr>
            </a:pPr>
            <a:r>
              <a:rPr sz="1050" b="0">
                <a:solidFill>
                  <a:srgbClr val="50665B"/>
                </a:solidFill>
                <a:latin typeface="Helvetica Neue"/>
                <a:ea typeface="Helvetica Neue"/>
                <a:cs typeface="Helvetica Neue"/>
              </a:rPr>
              <a:t>08</a:t>
            </a:r>
          </a:p>
        </p:txBody>
      </p:sp>
      <p:sp>
        <p:nvSpPr>
          <p:cNvPr id="5" name="">
            <a:extLst xmlns:a="http://schemas.openxmlformats.org/drawingml/2006/main">
              <a:ext uri="{FF2B5EF4-FFF2-40B4-BE49-F238E27FC236}">
                <a16:creationId xmlns:a16="http://schemas.microsoft.com/office/drawing/2014/main" id="{92E6FC50-8649-4D73-97D2-D2B8AB7A0F1D}"/>
              </a:ext>
            </a:extLst>
          </p:cNvPr>
          <p:cNvSpPr>
            <a:spLocks xmlns:a="http://schemas.openxmlformats.org/drawingml/2006/main" noGrp="1"/>
          </p:cNvSpPr>
          <p:nvPr/>
        </p:nvSpPr>
        <p:spPr>
          <a:xfrm xmlns:a="http://schemas.openxmlformats.org/drawingml/2006/main">
            <a:off x="609600" y="2028825"/>
            <a:ext cx="500062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250" b="1">
                <a:solidFill>
                  <a:srgbClr val="2F7760"/>
                </a:solidFill>
                <a:latin typeface="Helvetica Neue"/>
                <a:ea typeface="Helvetica Neue"/>
                <a:cs typeface="Helvetica Neue"/>
              </a:defRPr>
            </a:defPPr>
            <a:lvl1pPr>
              <a:defRPr sz="2250" b="1">
                <a:solidFill>
                  <a:srgbClr val="2F7760"/>
                </a:solidFill>
                <a:latin typeface="Helvetica Neue"/>
                <a:ea typeface="Helvetica Neue"/>
                <a:cs typeface="Helvetica Neue"/>
              </a:defRPr>
            </a:lvl1pPr>
            <a:lvl2pPr>
              <a:defRPr sz="2250" b="1">
                <a:solidFill>
                  <a:srgbClr val="2F7760"/>
                </a:solidFill>
                <a:latin typeface="Helvetica Neue"/>
                <a:ea typeface="Helvetica Neue"/>
                <a:cs typeface="Helvetica Neue"/>
              </a:defRPr>
            </a:lvl2pPr>
            <a:lvl3pPr>
              <a:defRPr sz="2250" b="1">
                <a:solidFill>
                  <a:srgbClr val="2F7760"/>
                </a:solidFill>
                <a:latin typeface="Helvetica Neue"/>
                <a:ea typeface="Helvetica Neue"/>
                <a:cs typeface="Helvetica Neue"/>
              </a:defRPr>
            </a:lvl3pPr>
            <a:lvl4pPr>
              <a:defRPr sz="2250" b="1">
                <a:solidFill>
                  <a:srgbClr val="2F7760"/>
                </a:solidFill>
                <a:latin typeface="Helvetica Neue"/>
                <a:ea typeface="Helvetica Neue"/>
                <a:cs typeface="Helvetica Neue"/>
              </a:defRPr>
            </a:lvl4pPr>
            <a:lvl5pPr>
              <a:defRPr sz="2250" b="1">
                <a:solidFill>
                  <a:srgbClr val="2F7760"/>
                </a:solidFill>
                <a:latin typeface="Helvetica Neue"/>
                <a:ea typeface="Helvetica Neue"/>
                <a:cs typeface="Helvetica Neue"/>
              </a:defRPr>
            </a:lvl5pPr>
            <a:lvl6pPr>
              <a:defRPr sz="2250" b="1">
                <a:solidFill>
                  <a:srgbClr val="2F7760"/>
                </a:solidFill>
                <a:latin typeface="Helvetica Neue"/>
                <a:ea typeface="Helvetica Neue"/>
                <a:cs typeface="Helvetica Neue"/>
              </a:defRPr>
            </a:lvl6pPr>
            <a:lvl7pPr>
              <a:defRPr sz="2250" b="1">
                <a:solidFill>
                  <a:srgbClr val="2F7760"/>
                </a:solidFill>
                <a:latin typeface="Helvetica Neue"/>
                <a:ea typeface="Helvetica Neue"/>
                <a:cs typeface="Helvetica Neue"/>
              </a:defRPr>
            </a:lvl7pPr>
            <a:lvl8pPr>
              <a:defRPr sz="2250" b="1">
                <a:solidFill>
                  <a:srgbClr val="2F7760"/>
                </a:solidFill>
                <a:latin typeface="Helvetica Neue"/>
                <a:ea typeface="Helvetica Neue"/>
                <a:cs typeface="Helvetica Neue"/>
              </a:defRPr>
            </a:lvl8pPr>
            <a:lvl9pPr>
              <a:defRPr sz="2250" b="1">
                <a:solidFill>
                  <a:srgbClr val="2F7760"/>
                </a:solidFill>
                <a:latin typeface="Helvetica Neue"/>
                <a:ea typeface="Helvetica Neue"/>
                <a:cs typeface="Helvetica Neue"/>
              </a:defRPr>
            </a:lvl9pPr>
          </a:lstStyle>
          <a:p xmlns:a="http://schemas.openxmlformats.org/drawingml/2006/main">
            <a:pPr>
              <a:defRPr sz="2250" b="1">
                <a:solidFill>
                  <a:srgbClr val="2F7760"/>
                </a:solidFill>
                <a:latin typeface="Helvetica Neue"/>
                <a:ea typeface="Helvetica Neue"/>
                <a:cs typeface="Helvetica Neue"/>
              </a:defRPr>
            </a:pPr>
            <a:r>
              <a:rPr sz="2250" b="1">
                <a:solidFill>
                  <a:srgbClr val="2F7760"/>
                </a:solidFill>
                <a:latin typeface="Helvetica Neue"/>
                <a:ea typeface="Helvetica Neue"/>
                <a:cs typeface="Helvetica Neue"/>
              </a:rPr>
              <a:t>Existing visual references</a:t>
            </a:r>
          </a:p>
        </p:txBody>
      </p:sp>
      <p:sp>
        <p:nvSpPr>
          <p:cNvPr id="6" name="">
            <a:extLst xmlns:a="http://schemas.openxmlformats.org/drawingml/2006/main">
              <a:ext uri="{FF2B5EF4-FFF2-40B4-BE49-F238E27FC236}">
                <a16:creationId xmlns:a16="http://schemas.microsoft.com/office/drawing/2014/main" id="{E63A3CD3-889D-4110-87F0-2E4E895B0F8B}"/>
              </a:ext>
            </a:extLst>
          </p:cNvPr>
          <p:cNvSpPr>
            <a:spLocks xmlns:a="http://schemas.openxmlformats.org/drawingml/2006/main" noGrp="1"/>
          </p:cNvSpPr>
          <p:nvPr/>
        </p:nvSpPr>
        <p:spPr>
          <a:xfrm xmlns:a="http://schemas.openxmlformats.org/drawingml/2006/main">
            <a:off x="6534150" y="2028825"/>
            <a:ext cx="500062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250" b="1">
                <a:solidFill>
                  <a:srgbClr val="2F7760"/>
                </a:solidFill>
                <a:latin typeface="Helvetica Neue"/>
                <a:ea typeface="Helvetica Neue"/>
                <a:cs typeface="Helvetica Neue"/>
              </a:defRPr>
            </a:defPPr>
            <a:lvl1pPr>
              <a:defRPr sz="2250" b="1">
                <a:solidFill>
                  <a:srgbClr val="2F7760"/>
                </a:solidFill>
                <a:latin typeface="Helvetica Neue"/>
                <a:ea typeface="Helvetica Neue"/>
                <a:cs typeface="Helvetica Neue"/>
              </a:defRPr>
            </a:lvl1pPr>
            <a:lvl2pPr>
              <a:defRPr sz="2250" b="1">
                <a:solidFill>
                  <a:srgbClr val="2F7760"/>
                </a:solidFill>
                <a:latin typeface="Helvetica Neue"/>
                <a:ea typeface="Helvetica Neue"/>
                <a:cs typeface="Helvetica Neue"/>
              </a:defRPr>
            </a:lvl2pPr>
            <a:lvl3pPr>
              <a:defRPr sz="2250" b="1">
                <a:solidFill>
                  <a:srgbClr val="2F7760"/>
                </a:solidFill>
                <a:latin typeface="Helvetica Neue"/>
                <a:ea typeface="Helvetica Neue"/>
                <a:cs typeface="Helvetica Neue"/>
              </a:defRPr>
            </a:lvl3pPr>
            <a:lvl4pPr>
              <a:defRPr sz="2250" b="1">
                <a:solidFill>
                  <a:srgbClr val="2F7760"/>
                </a:solidFill>
                <a:latin typeface="Helvetica Neue"/>
                <a:ea typeface="Helvetica Neue"/>
                <a:cs typeface="Helvetica Neue"/>
              </a:defRPr>
            </a:lvl4pPr>
            <a:lvl5pPr>
              <a:defRPr sz="2250" b="1">
                <a:solidFill>
                  <a:srgbClr val="2F7760"/>
                </a:solidFill>
                <a:latin typeface="Helvetica Neue"/>
                <a:ea typeface="Helvetica Neue"/>
                <a:cs typeface="Helvetica Neue"/>
              </a:defRPr>
            </a:lvl5pPr>
            <a:lvl6pPr>
              <a:defRPr sz="2250" b="1">
                <a:solidFill>
                  <a:srgbClr val="2F7760"/>
                </a:solidFill>
                <a:latin typeface="Helvetica Neue"/>
                <a:ea typeface="Helvetica Neue"/>
                <a:cs typeface="Helvetica Neue"/>
              </a:defRPr>
            </a:lvl6pPr>
            <a:lvl7pPr>
              <a:defRPr sz="2250" b="1">
                <a:solidFill>
                  <a:srgbClr val="2F7760"/>
                </a:solidFill>
                <a:latin typeface="Helvetica Neue"/>
                <a:ea typeface="Helvetica Neue"/>
                <a:cs typeface="Helvetica Neue"/>
              </a:defRPr>
            </a:lvl7pPr>
            <a:lvl8pPr>
              <a:defRPr sz="2250" b="1">
                <a:solidFill>
                  <a:srgbClr val="2F7760"/>
                </a:solidFill>
                <a:latin typeface="Helvetica Neue"/>
                <a:ea typeface="Helvetica Neue"/>
                <a:cs typeface="Helvetica Neue"/>
              </a:defRPr>
            </a:lvl8pPr>
            <a:lvl9pPr>
              <a:defRPr sz="2250" b="1">
                <a:solidFill>
                  <a:srgbClr val="2F7760"/>
                </a:solidFill>
                <a:latin typeface="Helvetica Neue"/>
                <a:ea typeface="Helvetica Neue"/>
                <a:cs typeface="Helvetica Neue"/>
              </a:defRPr>
            </a:lvl9pPr>
          </a:lstStyle>
          <a:p xmlns:a="http://schemas.openxmlformats.org/drawingml/2006/main">
            <a:pPr>
              <a:defRPr sz="2250" b="1">
                <a:solidFill>
                  <a:srgbClr val="2F7760"/>
                </a:solidFill>
                <a:latin typeface="Helvetica Neue"/>
                <a:ea typeface="Helvetica Neue"/>
                <a:cs typeface="Helvetica Neue"/>
              </a:defRPr>
            </a:pPr>
            <a:r>
              <a:rPr sz="2250" b="1">
                <a:solidFill>
                  <a:srgbClr val="2F7760"/>
                </a:solidFill>
                <a:latin typeface="Helvetica Neue"/>
                <a:ea typeface="Helvetica Neue"/>
                <a:cs typeface="Helvetica Neue"/>
              </a:rPr>
              <a:t>Planned observation system</a:t>
            </a:r>
          </a:p>
        </p:txBody>
      </p:sp>
      <p:sp>
        <p:nvSpPr>
          <p:cNvPr id="7" name="">
            <a:extLst xmlns:a="http://schemas.openxmlformats.org/drawingml/2006/main">
              <a:ext uri="{FF2B5EF4-FFF2-40B4-BE49-F238E27FC236}">
                <a16:creationId xmlns:a16="http://schemas.microsoft.com/office/drawing/2014/main" id="{4BE2DEFF-5175-4A8E-B2D3-5F85EA6C9F6F}"/>
              </a:ext>
            </a:extLst>
          </p:cNvPr>
          <p:cNvSpPr>
            <a:spLocks xmlns:a="http://schemas.openxmlformats.org/drawingml/2006/main" noGrp="1"/>
          </p:cNvSpPr>
          <p:nvPr/>
        </p:nvSpPr>
        <p:spPr>
          <a:xfrm xmlns:a="http://schemas.openxmlformats.org/drawingml/2006/main">
            <a:off x="609600" y="2743200"/>
            <a:ext cx="5000625" cy="2524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950" b="0">
                <a:solidFill>
                  <a:srgbClr val="14362D"/>
                </a:solidFill>
                <a:latin typeface="Helvetica Neue"/>
                <a:ea typeface="Helvetica Neue"/>
                <a:cs typeface="Helvetica Neue"/>
              </a:defRPr>
            </a:defPPr>
            <a:lvl1pPr>
              <a:defRPr sz="1950" b="0">
                <a:solidFill>
                  <a:srgbClr val="14362D"/>
                </a:solidFill>
                <a:latin typeface="Helvetica Neue"/>
                <a:ea typeface="Helvetica Neue"/>
                <a:cs typeface="Helvetica Neue"/>
              </a:defRPr>
            </a:lvl1pPr>
            <a:lvl2pPr>
              <a:defRPr sz="1950" b="0">
                <a:solidFill>
                  <a:srgbClr val="14362D"/>
                </a:solidFill>
                <a:latin typeface="Helvetica Neue"/>
                <a:ea typeface="Helvetica Neue"/>
                <a:cs typeface="Helvetica Neue"/>
              </a:defRPr>
            </a:lvl2pPr>
            <a:lvl3pPr>
              <a:defRPr sz="1950" b="0">
                <a:solidFill>
                  <a:srgbClr val="14362D"/>
                </a:solidFill>
                <a:latin typeface="Helvetica Neue"/>
                <a:ea typeface="Helvetica Neue"/>
                <a:cs typeface="Helvetica Neue"/>
              </a:defRPr>
            </a:lvl3pPr>
            <a:lvl4pPr>
              <a:defRPr sz="1950" b="0">
                <a:solidFill>
                  <a:srgbClr val="14362D"/>
                </a:solidFill>
                <a:latin typeface="Helvetica Neue"/>
                <a:ea typeface="Helvetica Neue"/>
                <a:cs typeface="Helvetica Neue"/>
              </a:defRPr>
            </a:lvl4pPr>
            <a:lvl5pPr>
              <a:defRPr sz="1950" b="0">
                <a:solidFill>
                  <a:srgbClr val="14362D"/>
                </a:solidFill>
                <a:latin typeface="Helvetica Neue"/>
                <a:ea typeface="Helvetica Neue"/>
                <a:cs typeface="Helvetica Neue"/>
              </a:defRPr>
            </a:lvl5pPr>
            <a:lvl6pPr>
              <a:defRPr sz="1950" b="0">
                <a:solidFill>
                  <a:srgbClr val="14362D"/>
                </a:solidFill>
                <a:latin typeface="Helvetica Neue"/>
                <a:ea typeface="Helvetica Neue"/>
                <a:cs typeface="Helvetica Neue"/>
              </a:defRPr>
            </a:lvl6pPr>
            <a:lvl7pPr>
              <a:defRPr sz="1950" b="0">
                <a:solidFill>
                  <a:srgbClr val="14362D"/>
                </a:solidFill>
                <a:latin typeface="Helvetica Neue"/>
                <a:ea typeface="Helvetica Neue"/>
                <a:cs typeface="Helvetica Neue"/>
              </a:defRPr>
            </a:lvl7pPr>
            <a:lvl8pPr>
              <a:defRPr sz="1950" b="0">
                <a:solidFill>
                  <a:srgbClr val="14362D"/>
                </a:solidFill>
                <a:latin typeface="Helvetica Neue"/>
                <a:ea typeface="Helvetica Neue"/>
                <a:cs typeface="Helvetica Neue"/>
              </a:defRPr>
            </a:lvl8pPr>
            <a:lvl9pPr>
              <a:defRPr sz="1950" b="0">
                <a:solidFill>
                  <a:srgbClr val="14362D"/>
                </a:solidFill>
                <a:latin typeface="Helvetica Neue"/>
                <a:ea typeface="Helvetica Neue"/>
                <a:cs typeface="Helvetica Neue"/>
              </a:defRPr>
            </a:lvl9pPr>
          </a:lstStyle>
          <a:p xmlns:a="http://schemas.openxmlformats.org/drawingml/2006/main">
            <a:pPr>
              <a:defRPr sz="1950" b="0">
                <a:solidFill>
                  <a:srgbClr val="14362D"/>
                </a:solidFill>
                <a:latin typeface="Helvetica Neue"/>
                <a:ea typeface="Helvetica Neue"/>
                <a:cs typeface="Helvetica Neue"/>
              </a:defRPr>
            </a:pPr>
            <a:r>
              <a:rPr sz="1950" b="0">
                <a:solidFill>
                  <a:srgbClr val="14362D"/>
                </a:solidFill>
                <a:latin typeface="Helvetica Neue"/>
                <a:ea typeface="Helvetica Neue"/>
                <a:cs typeface="Helvetica Neue"/>
              </a:rPr>
              <a:t>K’s Hunting Log</a:t>
            </a:r>
          </a:p>
          <a:p xmlns:a="http://schemas.openxmlformats.org/drawingml/2006/main">
            <a:pPr>
              <a:defRPr sz="1950" b="0">
                <a:solidFill>
                  <a:srgbClr val="14362D"/>
                </a:solidFill>
                <a:latin typeface="Helvetica Neue"/>
                <a:ea typeface="Helvetica Neue"/>
                <a:cs typeface="Helvetica Neue"/>
              </a:defRPr>
            </a:pPr>
            <a:r>
              <a:rPr sz="1950" b="0">
                <a:solidFill>
                  <a:srgbClr val="14362D"/>
                </a:solidFill>
                <a:latin typeface="Helvetica Neue"/>
                <a:ea typeface="Helvetica Neue"/>
                <a:cs typeface="Helvetica Neue"/>
              </a:rPr>
              <a:t>Habitat artwork</a:t>
            </a:r>
          </a:p>
          <a:p xmlns:a="http://schemas.openxmlformats.org/drawingml/2006/main">
            <a:pPr>
              <a:defRPr sz="1950" b="0">
                <a:solidFill>
                  <a:srgbClr val="14362D"/>
                </a:solidFill>
                <a:latin typeface="Helvetica Neue"/>
                <a:ea typeface="Helvetica Neue"/>
                <a:cs typeface="Helvetica Neue"/>
              </a:defRPr>
            </a:pPr>
            <a:r>
              <a:rPr sz="1950" b="0">
                <a:solidFill>
                  <a:srgbClr val="14362D"/>
                </a:solidFill>
                <a:latin typeface="Helvetica Neue"/>
                <a:ea typeface="Helvetica Neue"/>
                <a:cs typeface="Helvetica Neue"/>
              </a:rPr>
              <a:t>Species settings</a:t>
            </a:r>
          </a:p>
          <a:p xmlns:a="http://schemas.openxmlformats.org/drawingml/2006/main">
            <a:pPr>
              <a:defRPr sz="1950" b="0">
                <a:solidFill>
                  <a:srgbClr val="14362D"/>
                </a:solidFill>
                <a:latin typeface="Helvetica Neue"/>
                <a:ea typeface="Helvetica Neue"/>
                <a:cs typeface="Helvetica Neue"/>
              </a:defRPr>
            </a:pPr>
            <a:r>
              <a:rPr sz="1950" b="0">
                <a:solidFill>
                  <a:srgbClr val="14362D"/>
                </a:solidFill>
                <a:latin typeface="Helvetica Neue"/>
                <a:ea typeface="Helvetica Neue"/>
                <a:cs typeface="Helvetica Neue"/>
              </a:rPr>
              <a:t>Published concept clips</a:t>
            </a:r>
          </a:p>
        </p:txBody>
      </p:sp>
      <p:sp>
        <p:nvSpPr>
          <p:cNvPr id="8" name="">
            <a:extLst xmlns:a="http://schemas.openxmlformats.org/drawingml/2006/main">
              <a:ext uri="{FF2B5EF4-FFF2-40B4-BE49-F238E27FC236}">
                <a16:creationId xmlns:a16="http://schemas.microsoft.com/office/drawing/2014/main" id="{F982BFC5-696B-4F65-9FAF-16D7283EC6EF}"/>
              </a:ext>
            </a:extLst>
          </p:cNvPr>
          <p:cNvSpPr>
            <a:spLocks xmlns:a="http://schemas.openxmlformats.org/drawingml/2006/main" noGrp="1"/>
          </p:cNvSpPr>
          <p:nvPr/>
        </p:nvSpPr>
        <p:spPr>
          <a:xfrm xmlns:a="http://schemas.openxmlformats.org/drawingml/2006/main">
            <a:off x="6534150" y="2743200"/>
            <a:ext cx="5000625" cy="2524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950" b="0">
                <a:solidFill>
                  <a:srgbClr val="14362D"/>
                </a:solidFill>
                <a:latin typeface="Helvetica Neue"/>
                <a:ea typeface="Helvetica Neue"/>
                <a:cs typeface="Helvetica Neue"/>
              </a:defRPr>
            </a:defPPr>
            <a:lvl1pPr>
              <a:defRPr sz="1950" b="0">
                <a:solidFill>
                  <a:srgbClr val="14362D"/>
                </a:solidFill>
                <a:latin typeface="Helvetica Neue"/>
                <a:ea typeface="Helvetica Neue"/>
                <a:cs typeface="Helvetica Neue"/>
              </a:defRPr>
            </a:lvl1pPr>
            <a:lvl2pPr>
              <a:defRPr sz="1950" b="0">
                <a:solidFill>
                  <a:srgbClr val="14362D"/>
                </a:solidFill>
                <a:latin typeface="Helvetica Neue"/>
                <a:ea typeface="Helvetica Neue"/>
                <a:cs typeface="Helvetica Neue"/>
              </a:defRPr>
            </a:lvl2pPr>
            <a:lvl3pPr>
              <a:defRPr sz="1950" b="0">
                <a:solidFill>
                  <a:srgbClr val="14362D"/>
                </a:solidFill>
                <a:latin typeface="Helvetica Neue"/>
                <a:ea typeface="Helvetica Neue"/>
                <a:cs typeface="Helvetica Neue"/>
              </a:defRPr>
            </a:lvl3pPr>
            <a:lvl4pPr>
              <a:defRPr sz="1950" b="0">
                <a:solidFill>
                  <a:srgbClr val="14362D"/>
                </a:solidFill>
                <a:latin typeface="Helvetica Neue"/>
                <a:ea typeface="Helvetica Neue"/>
                <a:cs typeface="Helvetica Neue"/>
              </a:defRPr>
            </a:lvl4pPr>
            <a:lvl5pPr>
              <a:defRPr sz="1950" b="0">
                <a:solidFill>
                  <a:srgbClr val="14362D"/>
                </a:solidFill>
                <a:latin typeface="Helvetica Neue"/>
                <a:ea typeface="Helvetica Neue"/>
                <a:cs typeface="Helvetica Neue"/>
              </a:defRPr>
            </a:lvl5pPr>
            <a:lvl6pPr>
              <a:defRPr sz="1950" b="0">
                <a:solidFill>
                  <a:srgbClr val="14362D"/>
                </a:solidFill>
                <a:latin typeface="Helvetica Neue"/>
                <a:ea typeface="Helvetica Neue"/>
                <a:cs typeface="Helvetica Neue"/>
              </a:defRPr>
            </a:lvl6pPr>
            <a:lvl7pPr>
              <a:defRPr sz="1950" b="0">
                <a:solidFill>
                  <a:srgbClr val="14362D"/>
                </a:solidFill>
                <a:latin typeface="Helvetica Neue"/>
                <a:ea typeface="Helvetica Neue"/>
                <a:cs typeface="Helvetica Neue"/>
              </a:defRPr>
            </a:lvl7pPr>
            <a:lvl8pPr>
              <a:defRPr sz="1950" b="0">
                <a:solidFill>
                  <a:srgbClr val="14362D"/>
                </a:solidFill>
                <a:latin typeface="Helvetica Neue"/>
                <a:ea typeface="Helvetica Neue"/>
                <a:cs typeface="Helvetica Neue"/>
              </a:defRPr>
            </a:lvl8pPr>
            <a:lvl9pPr>
              <a:defRPr sz="1950" b="0">
                <a:solidFill>
                  <a:srgbClr val="14362D"/>
                </a:solidFill>
                <a:latin typeface="Helvetica Neue"/>
                <a:ea typeface="Helvetica Neue"/>
                <a:cs typeface="Helvetica Neue"/>
              </a:defRPr>
            </a:lvl9pPr>
          </a:lstStyle>
          <a:p xmlns:a="http://schemas.openxmlformats.org/drawingml/2006/main">
            <a:pPr>
              <a:defRPr sz="1950" b="0">
                <a:solidFill>
                  <a:srgbClr val="14362D"/>
                </a:solidFill>
                <a:latin typeface="Helvetica Neue"/>
                <a:ea typeface="Helvetica Neue"/>
                <a:cs typeface="Helvetica Neue"/>
              </a:defRPr>
            </a:pPr>
            <a:r>
              <a:rPr sz="1950" b="0">
                <a:solidFill>
                  <a:srgbClr val="14362D"/>
                </a:solidFill>
                <a:latin typeface="Helvetica Neue"/>
                <a:ea typeface="Helvetica Neue"/>
                <a:cs typeface="Helvetica Neue"/>
              </a:rPr>
              <a:t>Page-open observation requests</a:t>
            </a:r>
          </a:p>
          <a:p xmlns:a="http://schemas.openxmlformats.org/drawingml/2006/main">
            <a:pPr>
              <a:defRPr sz="1950" b="0">
                <a:solidFill>
                  <a:srgbClr val="14362D"/>
                </a:solidFill>
                <a:latin typeface="Helvetica Neue"/>
                <a:ea typeface="Helvetica Neue"/>
                <a:cs typeface="Helvetica Neue"/>
              </a:defRPr>
            </a:pPr>
            <a:r>
              <a:rPr sz="1950" b="0">
                <a:solidFill>
                  <a:srgbClr val="14362D"/>
                </a:solidFill>
                <a:latin typeface="Helvetica Neue"/>
                <a:ea typeface="Helvetica Neue"/>
                <a:cs typeface="Helvetica Neue"/>
              </a:rPr>
              <a:t>World rules and scenario planning</a:t>
            </a:r>
          </a:p>
          <a:p xmlns:a="http://schemas.openxmlformats.org/drawingml/2006/main">
            <a:pPr>
              <a:defRPr sz="1950" b="0">
                <a:solidFill>
                  <a:srgbClr val="14362D"/>
                </a:solidFill>
                <a:latin typeface="Helvetica Neue"/>
                <a:ea typeface="Helvetica Neue"/>
                <a:cs typeface="Helvetica Neue"/>
              </a:defRPr>
            </a:pPr>
            <a:r>
              <a:rPr sz="1950" b="0">
                <a:solidFill>
                  <a:srgbClr val="14362D"/>
                </a:solidFill>
                <a:latin typeface="Helvetica Neue"/>
                <a:ea typeface="Helvetica Neue"/>
                <a:cs typeface="Helvetica Neue"/>
              </a:rPr>
              <a:t>Reference-conditioned prompts</a:t>
            </a:r>
          </a:p>
          <a:p xmlns:a="http://schemas.openxmlformats.org/drawingml/2006/main">
            <a:pPr>
              <a:defRPr sz="1950" b="0">
                <a:solidFill>
                  <a:srgbClr val="14362D"/>
                </a:solidFill>
                <a:latin typeface="Helvetica Neue"/>
                <a:ea typeface="Helvetica Neue"/>
                <a:cs typeface="Helvetica Neue"/>
              </a:defRPr>
            </a:pPr>
            <a:r>
              <a:rPr sz="1950" b="0">
                <a:solidFill>
                  <a:srgbClr val="14362D"/>
                </a:solidFill>
                <a:latin typeface="Helvetica Neue"/>
                <a:ea typeface="Helvetica Neue"/>
                <a:cs typeface="Helvetica Neue"/>
              </a:rPr>
              <a:t>Video-service integration</a:t>
            </a:r>
          </a:p>
          <a:p xmlns:a="http://schemas.openxmlformats.org/drawingml/2006/main">
            <a:pPr>
              <a:defRPr sz="1950" b="0">
                <a:solidFill>
                  <a:srgbClr val="14362D"/>
                </a:solidFill>
                <a:latin typeface="Helvetica Neue"/>
                <a:ea typeface="Helvetica Neue"/>
                <a:cs typeface="Helvetica Neue"/>
              </a:defRPr>
            </a:pPr>
            <a:r>
              <a:rPr sz="1950" b="0">
                <a:solidFill>
                  <a:srgbClr val="14362D"/>
                </a:solidFill>
                <a:latin typeface="Helvetica Neue"/>
                <a:ea typeface="Helvetica Neue"/>
                <a:cs typeface="Helvetica Neue"/>
              </a:rPr>
              <a:t>Embeddable website component</a:t>
            </a:r>
          </a:p>
        </p:txBody>
      </p:sp>
      <p:sp>
        <p:nvSpPr>
          <p:cNvPr id="9" name="">
            <a:extLst xmlns:a="http://schemas.openxmlformats.org/drawingml/2006/main">
              <a:ext uri="{FF2B5EF4-FFF2-40B4-BE49-F238E27FC236}">
                <a16:creationId xmlns:a16="http://schemas.microsoft.com/office/drawing/2014/main" id="{6486009B-99C4-47DD-A391-1DB35C6C5196}"/>
              </a:ext>
            </a:extLst>
          </p:cNvPr>
          <p:cNvSpPr>
            <a:spLocks xmlns:a="http://schemas.openxmlformats.org/drawingml/2006/main" noGrp="1"/>
          </p:cNvSpPr>
          <p:nvPr/>
        </p:nvSpPr>
        <p:spPr>
          <a:xfrm xmlns:a="http://schemas.openxmlformats.org/drawingml/2006/main">
            <a:off x="609600" y="5629275"/>
            <a:ext cx="10906125"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800" b="0">
                <a:solidFill>
                  <a:srgbClr val="50665B"/>
                </a:solidFill>
                <a:latin typeface="Helvetica Neue"/>
                <a:ea typeface="Helvetica Neue"/>
                <a:cs typeface="Helvetica Neue"/>
              </a:defRPr>
            </a:defPPr>
            <a:lvl1pPr>
              <a:defRPr sz="1800" b="0">
                <a:solidFill>
                  <a:srgbClr val="50665B"/>
                </a:solidFill>
                <a:latin typeface="Helvetica Neue"/>
                <a:ea typeface="Helvetica Neue"/>
                <a:cs typeface="Helvetica Neue"/>
              </a:defRPr>
            </a:lvl1pPr>
            <a:lvl2pPr>
              <a:defRPr sz="1800" b="0">
                <a:solidFill>
                  <a:srgbClr val="50665B"/>
                </a:solidFill>
                <a:latin typeface="Helvetica Neue"/>
                <a:ea typeface="Helvetica Neue"/>
                <a:cs typeface="Helvetica Neue"/>
              </a:defRPr>
            </a:lvl2pPr>
            <a:lvl3pPr>
              <a:defRPr sz="1800" b="0">
                <a:solidFill>
                  <a:srgbClr val="50665B"/>
                </a:solidFill>
                <a:latin typeface="Helvetica Neue"/>
                <a:ea typeface="Helvetica Neue"/>
                <a:cs typeface="Helvetica Neue"/>
              </a:defRPr>
            </a:lvl3pPr>
            <a:lvl4pPr>
              <a:defRPr sz="1800" b="0">
                <a:solidFill>
                  <a:srgbClr val="50665B"/>
                </a:solidFill>
                <a:latin typeface="Helvetica Neue"/>
                <a:ea typeface="Helvetica Neue"/>
                <a:cs typeface="Helvetica Neue"/>
              </a:defRPr>
            </a:lvl4pPr>
            <a:lvl5pPr>
              <a:defRPr sz="1800" b="0">
                <a:solidFill>
                  <a:srgbClr val="50665B"/>
                </a:solidFill>
                <a:latin typeface="Helvetica Neue"/>
                <a:ea typeface="Helvetica Neue"/>
                <a:cs typeface="Helvetica Neue"/>
              </a:defRPr>
            </a:lvl5pPr>
            <a:lvl6pPr>
              <a:defRPr sz="1800" b="0">
                <a:solidFill>
                  <a:srgbClr val="50665B"/>
                </a:solidFill>
                <a:latin typeface="Helvetica Neue"/>
                <a:ea typeface="Helvetica Neue"/>
                <a:cs typeface="Helvetica Neue"/>
              </a:defRPr>
            </a:lvl6pPr>
            <a:lvl7pPr>
              <a:defRPr sz="1800" b="0">
                <a:solidFill>
                  <a:srgbClr val="50665B"/>
                </a:solidFill>
                <a:latin typeface="Helvetica Neue"/>
                <a:ea typeface="Helvetica Neue"/>
                <a:cs typeface="Helvetica Neue"/>
              </a:defRPr>
            </a:lvl7pPr>
            <a:lvl8pPr>
              <a:defRPr sz="1800" b="0">
                <a:solidFill>
                  <a:srgbClr val="50665B"/>
                </a:solidFill>
                <a:latin typeface="Helvetica Neue"/>
                <a:ea typeface="Helvetica Neue"/>
                <a:cs typeface="Helvetica Neue"/>
              </a:defRPr>
            </a:lvl8pPr>
            <a:lvl9pPr>
              <a:defRPr sz="1800" b="0">
                <a:solidFill>
                  <a:srgbClr val="50665B"/>
                </a:solidFill>
                <a:latin typeface="Helvetica Neue"/>
                <a:ea typeface="Helvetica Neue"/>
                <a:cs typeface="Helvetica Neue"/>
              </a:defRPr>
            </a:lvl9pPr>
          </a:lstStyle>
          <a:p xmlns:a="http://schemas.openxmlformats.org/drawingml/2006/main">
            <a:pPr>
              <a:defRPr sz="1800" b="0">
                <a:solidFill>
                  <a:srgbClr val="50665B"/>
                </a:solidFill>
                <a:latin typeface="Helvetica Neue"/>
                <a:ea typeface="Helvetica Neue"/>
                <a:cs typeface="Helvetica Neue"/>
              </a:defRPr>
            </a:pPr>
            <a:r>
              <a:rPr sz="1800" b="0">
                <a:solidFill>
                  <a:srgbClr val="50665B"/>
                </a:solidFill>
                <a:latin typeface="Helvetica Neue"/>
                <a:ea typeface="Helvetica Neue"/>
                <a:cs typeface="Helvetica Neue"/>
              </a:rPr>
              <a:t>Reference credits and rights information accompany the project materials.</a:t>
            </a:r>
          </a:p>
        </p:txBody>
      </p:sp>
    </p:spTree>
    <p:extLst>
      <p:ext uri="{BB962C8B-B14F-4D97-AF65-F5344CB8AC3E}">
        <p14:creationId xmlns:p14="http://schemas.microsoft.com/office/powerpoint/2010/main" val="1084959994"/>
      </p:ext>
    </p:extLst>
  </p:cSld>
</p:sld>
</file>

<file path=ppt/slides/slide9.xml><?xml version="1.0" encoding="utf-8"?>
<p:sld xmlns:p="http://schemas.openxmlformats.org/presentationml/2006/main">
  <p:cSld>
    <p:bg>
      <p:bgPr>
        <a:solidFill xmlns:a="http://schemas.openxmlformats.org/drawingml/2006/main">
          <a:srgbClr val="F3F1E7"/>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2C970DC7-CFFD-4AB4-92AE-494EC129C384}"/>
              </a:ext>
            </a:extLst>
          </p:cNvPr>
          <p:cNvSpPr>
            <a:spLocks xmlns:a="http://schemas.openxmlformats.org/drawingml/2006/main" noGrp="1"/>
          </p:cNvSpPr>
          <p:nvPr/>
        </p:nvSpPr>
        <p:spPr>
          <a:xfrm xmlns:a="http://schemas.openxmlformats.org/drawingml/2006/main">
            <a:off x="609600" y="476250"/>
            <a:ext cx="109537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362D"/>
                </a:solidFill>
                <a:latin typeface="Helvetica Neue"/>
                <a:ea typeface="Helvetica Neue"/>
                <a:cs typeface="Helvetica Neue"/>
              </a:defRPr>
            </a:defPPr>
            <a:lvl1pPr>
              <a:defRPr sz="3150" b="1">
                <a:solidFill>
                  <a:srgbClr val="14362D"/>
                </a:solidFill>
                <a:latin typeface="Helvetica Neue"/>
                <a:ea typeface="Helvetica Neue"/>
                <a:cs typeface="Helvetica Neue"/>
              </a:defRPr>
            </a:lvl1pPr>
            <a:lvl2pPr>
              <a:defRPr sz="3150" b="1">
                <a:solidFill>
                  <a:srgbClr val="14362D"/>
                </a:solidFill>
                <a:latin typeface="Helvetica Neue"/>
                <a:ea typeface="Helvetica Neue"/>
                <a:cs typeface="Helvetica Neue"/>
              </a:defRPr>
            </a:lvl2pPr>
            <a:lvl3pPr>
              <a:defRPr sz="3150" b="1">
                <a:solidFill>
                  <a:srgbClr val="14362D"/>
                </a:solidFill>
                <a:latin typeface="Helvetica Neue"/>
                <a:ea typeface="Helvetica Neue"/>
                <a:cs typeface="Helvetica Neue"/>
              </a:defRPr>
            </a:lvl3pPr>
            <a:lvl4pPr>
              <a:defRPr sz="3150" b="1">
                <a:solidFill>
                  <a:srgbClr val="14362D"/>
                </a:solidFill>
                <a:latin typeface="Helvetica Neue"/>
                <a:ea typeface="Helvetica Neue"/>
                <a:cs typeface="Helvetica Neue"/>
              </a:defRPr>
            </a:lvl4pPr>
            <a:lvl5pPr>
              <a:defRPr sz="3150" b="1">
                <a:solidFill>
                  <a:srgbClr val="14362D"/>
                </a:solidFill>
                <a:latin typeface="Helvetica Neue"/>
                <a:ea typeface="Helvetica Neue"/>
                <a:cs typeface="Helvetica Neue"/>
              </a:defRPr>
            </a:lvl5pPr>
            <a:lvl6pPr>
              <a:defRPr sz="3150" b="1">
                <a:solidFill>
                  <a:srgbClr val="14362D"/>
                </a:solidFill>
                <a:latin typeface="Helvetica Neue"/>
                <a:ea typeface="Helvetica Neue"/>
                <a:cs typeface="Helvetica Neue"/>
              </a:defRPr>
            </a:lvl6pPr>
            <a:lvl7pPr>
              <a:defRPr sz="3150" b="1">
                <a:solidFill>
                  <a:srgbClr val="14362D"/>
                </a:solidFill>
                <a:latin typeface="Helvetica Neue"/>
                <a:ea typeface="Helvetica Neue"/>
                <a:cs typeface="Helvetica Neue"/>
              </a:defRPr>
            </a:lvl7pPr>
            <a:lvl8pPr>
              <a:defRPr sz="3150" b="1">
                <a:solidFill>
                  <a:srgbClr val="14362D"/>
                </a:solidFill>
                <a:latin typeface="Helvetica Neue"/>
                <a:ea typeface="Helvetica Neue"/>
                <a:cs typeface="Helvetica Neue"/>
              </a:defRPr>
            </a:lvl8pPr>
            <a:lvl9pPr>
              <a:defRPr sz="3150" b="1">
                <a:solidFill>
                  <a:srgbClr val="14362D"/>
                </a:solidFill>
                <a:latin typeface="Helvetica Neue"/>
                <a:ea typeface="Helvetica Neue"/>
                <a:cs typeface="Helvetica Neue"/>
              </a:defRPr>
            </a:lvl9pPr>
          </a:lstStyle>
          <a:p xmlns:a="http://schemas.openxmlformats.org/drawingml/2006/main">
            <a:pPr>
              <a:defRPr sz="3150" b="1">
                <a:solidFill>
                  <a:srgbClr val="14362D"/>
                </a:solidFill>
                <a:latin typeface="Helvetica Neue"/>
                <a:ea typeface="Helvetica Neue"/>
                <a:cs typeface="Helvetica Neue"/>
              </a:defRPr>
            </a:pPr>
            <a:r>
              <a:rPr sz="3150" b="1">
                <a:solidFill>
                  <a:srgbClr val="14362D"/>
                </a:solidFill>
                <a:latin typeface="Helvetica Neue"/>
                <a:ea typeface="Helvetica Neue"/>
                <a:cs typeface="Helvetica Neue"/>
              </a:rPr>
              <a:t>Website observation component</a:t>
            </a:r>
          </a:p>
        </p:txBody>
      </p:sp>
      <p:sp>
        <p:nvSpPr>
          <p:cNvPr id="2" name="">
            <a:extLst xmlns:a="http://schemas.openxmlformats.org/drawingml/2006/main">
              <a:ext uri="{FF2B5EF4-FFF2-40B4-BE49-F238E27FC236}">
                <a16:creationId xmlns:a16="http://schemas.microsoft.com/office/drawing/2014/main" id="{11E3360C-7544-4EB3-AAB2-0EBD562A6361}"/>
              </a:ext>
            </a:extLst>
          </p:cNvPr>
          <p:cNvSpPr>
            <a:spLocks xmlns:a="http://schemas.openxmlformats.org/drawingml/2006/main" noGrp="1"/>
          </p:cNvSpPr>
          <p:nvPr/>
        </p:nvSpPr>
        <p:spPr>
          <a:xfrm xmlns:a="http://schemas.openxmlformats.org/drawingml/2006/main">
            <a:off x="609600" y="1533525"/>
            <a:ext cx="10972800" cy="19050"/>
          </a:xfrm>
          <a:prstGeom xmlns:a="http://schemas.openxmlformats.org/drawingml/2006/main" prst="rect">
            <a:avLst/>
          </a:prstGeom>
          <a:solidFill xmlns:a="http://schemas.openxmlformats.org/drawingml/2006/main">
            <a:srgbClr val="C5CCC1"/>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B971E71C-3A2B-4778-A0C9-4260D1AA64FD}"/>
              </a:ext>
            </a:extLst>
          </p:cNvPr>
          <p:cNvSpPr>
            <a:spLocks xmlns:a="http://schemas.openxmlformats.org/drawingml/2006/main" noGrp="1"/>
          </p:cNvSpPr>
          <p:nvPr/>
        </p:nvSpPr>
        <p:spPr>
          <a:xfrm xmlns:a="http://schemas.openxmlformats.org/drawingml/2006/main">
            <a:off x="609600" y="6419850"/>
            <a:ext cx="9525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50665B"/>
                </a:solidFill>
                <a:latin typeface="Helvetica Neue"/>
                <a:ea typeface="Helvetica Neue"/>
                <a:cs typeface="Helvetica Neue"/>
              </a:defRPr>
            </a:defPPr>
            <a:lvl1pPr>
              <a:defRPr sz="1050" b="0">
                <a:solidFill>
                  <a:srgbClr val="50665B"/>
                </a:solidFill>
                <a:latin typeface="Helvetica Neue"/>
                <a:ea typeface="Helvetica Neue"/>
                <a:cs typeface="Helvetica Neue"/>
              </a:defRPr>
            </a:lvl1pPr>
            <a:lvl2pPr>
              <a:defRPr sz="1050" b="0">
                <a:solidFill>
                  <a:srgbClr val="50665B"/>
                </a:solidFill>
                <a:latin typeface="Helvetica Neue"/>
                <a:ea typeface="Helvetica Neue"/>
                <a:cs typeface="Helvetica Neue"/>
              </a:defRPr>
            </a:lvl2pPr>
            <a:lvl3pPr>
              <a:defRPr sz="1050" b="0">
                <a:solidFill>
                  <a:srgbClr val="50665B"/>
                </a:solidFill>
                <a:latin typeface="Helvetica Neue"/>
                <a:ea typeface="Helvetica Neue"/>
                <a:cs typeface="Helvetica Neue"/>
              </a:defRPr>
            </a:lvl3pPr>
            <a:lvl4pPr>
              <a:defRPr sz="1050" b="0">
                <a:solidFill>
                  <a:srgbClr val="50665B"/>
                </a:solidFill>
                <a:latin typeface="Helvetica Neue"/>
                <a:ea typeface="Helvetica Neue"/>
                <a:cs typeface="Helvetica Neue"/>
              </a:defRPr>
            </a:lvl4pPr>
            <a:lvl5pPr>
              <a:defRPr sz="1050" b="0">
                <a:solidFill>
                  <a:srgbClr val="50665B"/>
                </a:solidFill>
                <a:latin typeface="Helvetica Neue"/>
                <a:ea typeface="Helvetica Neue"/>
                <a:cs typeface="Helvetica Neue"/>
              </a:defRPr>
            </a:lvl5pPr>
            <a:lvl6pPr>
              <a:defRPr sz="1050" b="0">
                <a:solidFill>
                  <a:srgbClr val="50665B"/>
                </a:solidFill>
                <a:latin typeface="Helvetica Neue"/>
                <a:ea typeface="Helvetica Neue"/>
                <a:cs typeface="Helvetica Neue"/>
              </a:defRPr>
            </a:lvl6pPr>
            <a:lvl7pPr>
              <a:defRPr sz="1050" b="0">
                <a:solidFill>
                  <a:srgbClr val="50665B"/>
                </a:solidFill>
                <a:latin typeface="Helvetica Neue"/>
                <a:ea typeface="Helvetica Neue"/>
                <a:cs typeface="Helvetica Neue"/>
              </a:defRPr>
            </a:lvl7pPr>
            <a:lvl8pPr>
              <a:defRPr sz="1050" b="0">
                <a:solidFill>
                  <a:srgbClr val="50665B"/>
                </a:solidFill>
                <a:latin typeface="Helvetica Neue"/>
                <a:ea typeface="Helvetica Neue"/>
                <a:cs typeface="Helvetica Neue"/>
              </a:defRPr>
            </a:lvl8pPr>
            <a:lvl9pPr>
              <a:defRPr sz="1050" b="0">
                <a:solidFill>
                  <a:srgbClr val="50665B"/>
                </a:solidFill>
                <a:latin typeface="Helvetica Neue"/>
                <a:ea typeface="Helvetica Neue"/>
                <a:cs typeface="Helvetica Neue"/>
              </a:defRPr>
            </a:lvl9pPr>
          </a:lstStyle>
          <a:p xmlns:a="http://schemas.openxmlformats.org/drawingml/2006/main">
            <a:pPr>
              <a:defRPr sz="1050" b="0">
                <a:solidFill>
                  <a:srgbClr val="50665B"/>
                </a:solidFill>
                <a:latin typeface="Helvetica Neue"/>
                <a:ea typeface="Helvetica Neue"/>
                <a:cs typeface="Helvetica Neue"/>
              </a:defRPr>
            </a:pPr>
            <a:r>
              <a:rPr sz="1050" b="0">
                <a:solidFill>
                  <a:srgbClr val="50665B"/>
                </a:solidFill>
                <a:latin typeface="Helvetica Neue"/>
                <a:ea typeface="Helvetica Neue"/>
                <a:cs typeface="Helvetica Neue"/>
              </a:rPr>
              <a:t>STAGE I / PROJECT PLAN</a:t>
            </a:r>
          </a:p>
        </p:txBody>
      </p:sp>
      <p:sp>
        <p:nvSpPr>
          <p:cNvPr id="4" name="">
            <a:extLst xmlns:a="http://schemas.openxmlformats.org/drawingml/2006/main">
              <a:ext uri="{FF2B5EF4-FFF2-40B4-BE49-F238E27FC236}">
                <a16:creationId xmlns:a16="http://schemas.microsoft.com/office/drawing/2014/main" id="{382B1562-D7ED-4138-8275-83715E727DB4}"/>
              </a:ext>
            </a:extLst>
          </p:cNvPr>
          <p:cNvSpPr>
            <a:spLocks xmlns:a="http://schemas.openxmlformats.org/drawingml/2006/main" noGrp="1"/>
          </p:cNvSpPr>
          <p:nvPr/>
        </p:nvSpPr>
        <p:spPr>
          <a:xfrm xmlns:a="http://schemas.openxmlformats.org/drawingml/2006/main">
            <a:off x="11106150" y="6419850"/>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50665B"/>
                </a:solidFill>
                <a:latin typeface="Helvetica Neue"/>
                <a:ea typeface="Helvetica Neue"/>
                <a:cs typeface="Helvetica Neue"/>
              </a:defRPr>
            </a:defPPr>
            <a:lvl1pPr>
              <a:defRPr sz="1050" b="0">
                <a:solidFill>
                  <a:srgbClr val="50665B"/>
                </a:solidFill>
                <a:latin typeface="Helvetica Neue"/>
                <a:ea typeface="Helvetica Neue"/>
                <a:cs typeface="Helvetica Neue"/>
              </a:defRPr>
            </a:lvl1pPr>
            <a:lvl2pPr>
              <a:defRPr sz="1050" b="0">
                <a:solidFill>
                  <a:srgbClr val="50665B"/>
                </a:solidFill>
                <a:latin typeface="Helvetica Neue"/>
                <a:ea typeface="Helvetica Neue"/>
                <a:cs typeface="Helvetica Neue"/>
              </a:defRPr>
            </a:lvl2pPr>
            <a:lvl3pPr>
              <a:defRPr sz="1050" b="0">
                <a:solidFill>
                  <a:srgbClr val="50665B"/>
                </a:solidFill>
                <a:latin typeface="Helvetica Neue"/>
                <a:ea typeface="Helvetica Neue"/>
                <a:cs typeface="Helvetica Neue"/>
              </a:defRPr>
            </a:lvl3pPr>
            <a:lvl4pPr>
              <a:defRPr sz="1050" b="0">
                <a:solidFill>
                  <a:srgbClr val="50665B"/>
                </a:solidFill>
                <a:latin typeface="Helvetica Neue"/>
                <a:ea typeface="Helvetica Neue"/>
                <a:cs typeface="Helvetica Neue"/>
              </a:defRPr>
            </a:lvl4pPr>
            <a:lvl5pPr>
              <a:defRPr sz="1050" b="0">
                <a:solidFill>
                  <a:srgbClr val="50665B"/>
                </a:solidFill>
                <a:latin typeface="Helvetica Neue"/>
                <a:ea typeface="Helvetica Neue"/>
                <a:cs typeface="Helvetica Neue"/>
              </a:defRPr>
            </a:lvl5pPr>
            <a:lvl6pPr>
              <a:defRPr sz="1050" b="0">
                <a:solidFill>
                  <a:srgbClr val="50665B"/>
                </a:solidFill>
                <a:latin typeface="Helvetica Neue"/>
                <a:ea typeface="Helvetica Neue"/>
                <a:cs typeface="Helvetica Neue"/>
              </a:defRPr>
            </a:lvl6pPr>
            <a:lvl7pPr>
              <a:defRPr sz="1050" b="0">
                <a:solidFill>
                  <a:srgbClr val="50665B"/>
                </a:solidFill>
                <a:latin typeface="Helvetica Neue"/>
                <a:ea typeface="Helvetica Neue"/>
                <a:cs typeface="Helvetica Neue"/>
              </a:defRPr>
            </a:lvl7pPr>
            <a:lvl8pPr>
              <a:defRPr sz="1050" b="0">
                <a:solidFill>
                  <a:srgbClr val="50665B"/>
                </a:solidFill>
                <a:latin typeface="Helvetica Neue"/>
                <a:ea typeface="Helvetica Neue"/>
                <a:cs typeface="Helvetica Neue"/>
              </a:defRPr>
            </a:lvl8pPr>
            <a:lvl9pPr>
              <a:defRPr sz="1050" b="0">
                <a:solidFill>
                  <a:srgbClr val="50665B"/>
                </a:solidFill>
                <a:latin typeface="Helvetica Neue"/>
                <a:ea typeface="Helvetica Neue"/>
                <a:cs typeface="Helvetica Neue"/>
              </a:defRPr>
            </a:lvl9pPr>
          </a:lstStyle>
          <a:p xmlns:a="http://schemas.openxmlformats.org/drawingml/2006/main">
            <a:pPr>
              <a:defRPr sz="1050" b="0">
                <a:solidFill>
                  <a:srgbClr val="50665B"/>
                </a:solidFill>
                <a:latin typeface="Helvetica Neue"/>
                <a:ea typeface="Helvetica Neue"/>
                <a:cs typeface="Helvetica Neue"/>
              </a:defRPr>
            </a:pPr>
            <a:r>
              <a:rPr sz="1050" b="0">
                <a:solidFill>
                  <a:srgbClr val="50665B"/>
                </a:solidFill>
                <a:latin typeface="Helvetica Neue"/>
                <a:ea typeface="Helvetica Neue"/>
                <a:cs typeface="Helvetica Neue"/>
              </a:rPr>
              <a:t>09</a:t>
            </a:r>
          </a:p>
        </p:txBody>
      </p:sp>
      <p:sp>
        <p:nvSpPr>
          <p:cNvPr id="5" name="">
            <a:extLst xmlns:a="http://schemas.openxmlformats.org/drawingml/2006/main">
              <a:ext uri="{FF2B5EF4-FFF2-40B4-BE49-F238E27FC236}">
                <a16:creationId xmlns:a16="http://schemas.microsoft.com/office/drawing/2014/main" id="{48796028-797E-4EE8-8C33-3AD2658DA6AE}"/>
              </a:ext>
            </a:extLst>
          </p:cNvPr>
          <p:cNvSpPr>
            <a:spLocks xmlns:a="http://schemas.openxmlformats.org/drawingml/2006/main" noGrp="1"/>
          </p:cNvSpPr>
          <p:nvPr/>
        </p:nvSpPr>
        <p:spPr>
          <a:xfrm xmlns:a="http://schemas.openxmlformats.org/drawingml/2006/main">
            <a:off x="647700" y="2009775"/>
            <a:ext cx="762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550" b="1">
                <a:solidFill>
                  <a:srgbClr val="2F7760"/>
                </a:solidFill>
                <a:latin typeface="Helvetica Neue"/>
                <a:ea typeface="Helvetica Neue"/>
                <a:cs typeface="Helvetica Neue"/>
              </a:defRPr>
            </a:defPPr>
            <a:lvl1pPr>
              <a:defRPr sz="2550" b="1">
                <a:solidFill>
                  <a:srgbClr val="2F7760"/>
                </a:solidFill>
                <a:latin typeface="Helvetica Neue"/>
                <a:ea typeface="Helvetica Neue"/>
                <a:cs typeface="Helvetica Neue"/>
              </a:defRPr>
            </a:lvl1pPr>
            <a:lvl2pPr>
              <a:defRPr sz="2550" b="1">
                <a:solidFill>
                  <a:srgbClr val="2F7760"/>
                </a:solidFill>
                <a:latin typeface="Helvetica Neue"/>
                <a:ea typeface="Helvetica Neue"/>
                <a:cs typeface="Helvetica Neue"/>
              </a:defRPr>
            </a:lvl2pPr>
            <a:lvl3pPr>
              <a:defRPr sz="2550" b="1">
                <a:solidFill>
                  <a:srgbClr val="2F7760"/>
                </a:solidFill>
                <a:latin typeface="Helvetica Neue"/>
                <a:ea typeface="Helvetica Neue"/>
                <a:cs typeface="Helvetica Neue"/>
              </a:defRPr>
            </a:lvl3pPr>
            <a:lvl4pPr>
              <a:defRPr sz="2550" b="1">
                <a:solidFill>
                  <a:srgbClr val="2F7760"/>
                </a:solidFill>
                <a:latin typeface="Helvetica Neue"/>
                <a:ea typeface="Helvetica Neue"/>
                <a:cs typeface="Helvetica Neue"/>
              </a:defRPr>
            </a:lvl4pPr>
            <a:lvl5pPr>
              <a:defRPr sz="2550" b="1">
                <a:solidFill>
                  <a:srgbClr val="2F7760"/>
                </a:solidFill>
                <a:latin typeface="Helvetica Neue"/>
                <a:ea typeface="Helvetica Neue"/>
                <a:cs typeface="Helvetica Neue"/>
              </a:defRPr>
            </a:lvl5pPr>
            <a:lvl6pPr>
              <a:defRPr sz="2550" b="1">
                <a:solidFill>
                  <a:srgbClr val="2F7760"/>
                </a:solidFill>
                <a:latin typeface="Helvetica Neue"/>
                <a:ea typeface="Helvetica Neue"/>
                <a:cs typeface="Helvetica Neue"/>
              </a:defRPr>
            </a:lvl6pPr>
            <a:lvl7pPr>
              <a:defRPr sz="2550" b="1">
                <a:solidFill>
                  <a:srgbClr val="2F7760"/>
                </a:solidFill>
                <a:latin typeface="Helvetica Neue"/>
                <a:ea typeface="Helvetica Neue"/>
                <a:cs typeface="Helvetica Neue"/>
              </a:defRPr>
            </a:lvl7pPr>
            <a:lvl8pPr>
              <a:defRPr sz="2550" b="1">
                <a:solidFill>
                  <a:srgbClr val="2F7760"/>
                </a:solidFill>
                <a:latin typeface="Helvetica Neue"/>
                <a:ea typeface="Helvetica Neue"/>
                <a:cs typeface="Helvetica Neue"/>
              </a:defRPr>
            </a:lvl8pPr>
            <a:lvl9pPr>
              <a:defRPr sz="2550" b="1">
                <a:solidFill>
                  <a:srgbClr val="2F7760"/>
                </a:solidFill>
                <a:latin typeface="Helvetica Neue"/>
                <a:ea typeface="Helvetica Neue"/>
                <a:cs typeface="Helvetica Neue"/>
              </a:defRPr>
            </a:lvl9pPr>
          </a:lstStyle>
          <a:p xmlns:a="http://schemas.openxmlformats.org/drawingml/2006/main">
            <a:pPr>
              <a:defRPr sz="2550" b="1">
                <a:solidFill>
                  <a:srgbClr val="2F7760"/>
                </a:solidFill>
                <a:latin typeface="Helvetica Neue"/>
                <a:ea typeface="Helvetica Neue"/>
                <a:cs typeface="Helvetica Neue"/>
              </a:defRPr>
            </a:pPr>
            <a:r>
              <a:rPr sz="2550" b="1">
                <a:solidFill>
                  <a:srgbClr val="2F7760"/>
                </a:solidFill>
                <a:latin typeface="Helvetica Neue"/>
                <a:ea typeface="Helvetica Neue"/>
                <a:cs typeface="Helvetica Neue"/>
              </a:rPr>
              <a:t>01</a:t>
            </a:r>
          </a:p>
        </p:txBody>
      </p:sp>
      <p:sp>
        <p:nvSpPr>
          <p:cNvPr id="6" name="">
            <a:extLst xmlns:a="http://schemas.openxmlformats.org/drawingml/2006/main">
              <a:ext uri="{FF2B5EF4-FFF2-40B4-BE49-F238E27FC236}">
                <a16:creationId xmlns:a16="http://schemas.microsoft.com/office/drawing/2014/main" id="{DDCDE26E-8DC0-4E6C-BABC-528C23661B28}"/>
              </a:ext>
            </a:extLst>
          </p:cNvPr>
          <p:cNvSpPr>
            <a:spLocks xmlns:a="http://schemas.openxmlformats.org/drawingml/2006/main" noGrp="1"/>
          </p:cNvSpPr>
          <p:nvPr/>
        </p:nvSpPr>
        <p:spPr>
          <a:xfrm xmlns:a="http://schemas.openxmlformats.org/drawingml/2006/main">
            <a:off x="1485900" y="2009775"/>
            <a:ext cx="947737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025" b="1">
                <a:solidFill>
                  <a:srgbClr val="14362D"/>
                </a:solidFill>
                <a:latin typeface="Helvetica Neue"/>
                <a:ea typeface="Helvetica Neue"/>
                <a:cs typeface="Helvetica Neue"/>
              </a:defRPr>
            </a:defPPr>
            <a:lvl1pPr>
              <a:defRPr sz="2025" b="1">
                <a:solidFill>
                  <a:srgbClr val="14362D"/>
                </a:solidFill>
                <a:latin typeface="Helvetica Neue"/>
                <a:ea typeface="Helvetica Neue"/>
                <a:cs typeface="Helvetica Neue"/>
              </a:defRPr>
            </a:lvl1pPr>
            <a:lvl2pPr>
              <a:defRPr sz="2025" b="1">
                <a:solidFill>
                  <a:srgbClr val="14362D"/>
                </a:solidFill>
                <a:latin typeface="Helvetica Neue"/>
                <a:ea typeface="Helvetica Neue"/>
                <a:cs typeface="Helvetica Neue"/>
              </a:defRPr>
            </a:lvl2pPr>
            <a:lvl3pPr>
              <a:defRPr sz="2025" b="1">
                <a:solidFill>
                  <a:srgbClr val="14362D"/>
                </a:solidFill>
                <a:latin typeface="Helvetica Neue"/>
                <a:ea typeface="Helvetica Neue"/>
                <a:cs typeface="Helvetica Neue"/>
              </a:defRPr>
            </a:lvl3pPr>
            <a:lvl4pPr>
              <a:defRPr sz="2025" b="1">
                <a:solidFill>
                  <a:srgbClr val="14362D"/>
                </a:solidFill>
                <a:latin typeface="Helvetica Neue"/>
                <a:ea typeface="Helvetica Neue"/>
                <a:cs typeface="Helvetica Neue"/>
              </a:defRPr>
            </a:lvl4pPr>
            <a:lvl5pPr>
              <a:defRPr sz="2025" b="1">
                <a:solidFill>
                  <a:srgbClr val="14362D"/>
                </a:solidFill>
                <a:latin typeface="Helvetica Neue"/>
                <a:ea typeface="Helvetica Neue"/>
                <a:cs typeface="Helvetica Neue"/>
              </a:defRPr>
            </a:lvl5pPr>
            <a:lvl6pPr>
              <a:defRPr sz="2025" b="1">
                <a:solidFill>
                  <a:srgbClr val="14362D"/>
                </a:solidFill>
                <a:latin typeface="Helvetica Neue"/>
                <a:ea typeface="Helvetica Neue"/>
                <a:cs typeface="Helvetica Neue"/>
              </a:defRPr>
            </a:lvl6pPr>
            <a:lvl7pPr>
              <a:defRPr sz="2025" b="1">
                <a:solidFill>
                  <a:srgbClr val="14362D"/>
                </a:solidFill>
                <a:latin typeface="Helvetica Neue"/>
                <a:ea typeface="Helvetica Neue"/>
                <a:cs typeface="Helvetica Neue"/>
              </a:defRPr>
            </a:lvl7pPr>
            <a:lvl8pPr>
              <a:defRPr sz="2025" b="1">
                <a:solidFill>
                  <a:srgbClr val="14362D"/>
                </a:solidFill>
                <a:latin typeface="Helvetica Neue"/>
                <a:ea typeface="Helvetica Neue"/>
                <a:cs typeface="Helvetica Neue"/>
              </a:defRPr>
            </a:lvl8pPr>
            <a:lvl9pPr>
              <a:defRPr sz="2025" b="1">
                <a:solidFill>
                  <a:srgbClr val="14362D"/>
                </a:solidFill>
                <a:latin typeface="Helvetica Neue"/>
                <a:ea typeface="Helvetica Neue"/>
                <a:cs typeface="Helvetica Neue"/>
              </a:defRPr>
            </a:lvl9pPr>
          </a:lstStyle>
          <a:p xmlns:a="http://schemas.openxmlformats.org/drawingml/2006/main">
            <a:pPr>
              <a:defRPr sz="2025" b="1">
                <a:solidFill>
                  <a:srgbClr val="14362D"/>
                </a:solidFill>
                <a:latin typeface="Helvetica Neue"/>
                <a:ea typeface="Helvetica Neue"/>
                <a:cs typeface="Helvetica Neue"/>
              </a:defRPr>
            </a:pPr>
            <a:r>
              <a:rPr sz="2025" b="1">
                <a:solidFill>
                  <a:srgbClr val="14362D"/>
                </a:solidFill>
                <a:latin typeface="Helvetica Neue"/>
                <a:ea typeface="Helvetica Neue"/>
                <a:cs typeface="Helvetica Neue"/>
              </a:rPr>
              <a:t>Scene configuration</a:t>
            </a:r>
          </a:p>
        </p:txBody>
      </p:sp>
      <p:sp>
        <p:nvSpPr>
          <p:cNvPr id="7" name="">
            <a:extLst xmlns:a="http://schemas.openxmlformats.org/drawingml/2006/main">
              <a:ext uri="{FF2B5EF4-FFF2-40B4-BE49-F238E27FC236}">
                <a16:creationId xmlns:a16="http://schemas.microsoft.com/office/drawing/2014/main" id="{6E2F6E7E-D785-4086-BFFE-8E579F405EBA}"/>
              </a:ext>
            </a:extLst>
          </p:cNvPr>
          <p:cNvSpPr>
            <a:spLocks xmlns:a="http://schemas.openxmlformats.org/drawingml/2006/main" noGrp="1"/>
          </p:cNvSpPr>
          <p:nvPr/>
        </p:nvSpPr>
        <p:spPr>
          <a:xfrm xmlns:a="http://schemas.openxmlformats.org/drawingml/2006/main">
            <a:off x="1485900" y="2476500"/>
            <a:ext cx="95250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725" b="0">
                <a:solidFill>
                  <a:srgbClr val="50665B"/>
                </a:solidFill>
                <a:latin typeface="Helvetica Neue"/>
                <a:ea typeface="Helvetica Neue"/>
                <a:cs typeface="Helvetica Neue"/>
              </a:defRPr>
            </a:defPPr>
            <a:lvl1pPr>
              <a:defRPr sz="1725" b="0">
                <a:solidFill>
                  <a:srgbClr val="50665B"/>
                </a:solidFill>
                <a:latin typeface="Helvetica Neue"/>
                <a:ea typeface="Helvetica Neue"/>
                <a:cs typeface="Helvetica Neue"/>
              </a:defRPr>
            </a:lvl1pPr>
            <a:lvl2pPr>
              <a:defRPr sz="1725" b="0">
                <a:solidFill>
                  <a:srgbClr val="50665B"/>
                </a:solidFill>
                <a:latin typeface="Helvetica Neue"/>
                <a:ea typeface="Helvetica Neue"/>
                <a:cs typeface="Helvetica Neue"/>
              </a:defRPr>
            </a:lvl2pPr>
            <a:lvl3pPr>
              <a:defRPr sz="1725" b="0">
                <a:solidFill>
                  <a:srgbClr val="50665B"/>
                </a:solidFill>
                <a:latin typeface="Helvetica Neue"/>
                <a:ea typeface="Helvetica Neue"/>
                <a:cs typeface="Helvetica Neue"/>
              </a:defRPr>
            </a:lvl3pPr>
            <a:lvl4pPr>
              <a:defRPr sz="1725" b="0">
                <a:solidFill>
                  <a:srgbClr val="50665B"/>
                </a:solidFill>
                <a:latin typeface="Helvetica Neue"/>
                <a:ea typeface="Helvetica Neue"/>
                <a:cs typeface="Helvetica Neue"/>
              </a:defRPr>
            </a:lvl4pPr>
            <a:lvl5pPr>
              <a:defRPr sz="1725" b="0">
                <a:solidFill>
                  <a:srgbClr val="50665B"/>
                </a:solidFill>
                <a:latin typeface="Helvetica Neue"/>
                <a:ea typeface="Helvetica Neue"/>
                <a:cs typeface="Helvetica Neue"/>
              </a:defRPr>
            </a:lvl5pPr>
            <a:lvl6pPr>
              <a:defRPr sz="1725" b="0">
                <a:solidFill>
                  <a:srgbClr val="50665B"/>
                </a:solidFill>
                <a:latin typeface="Helvetica Neue"/>
                <a:ea typeface="Helvetica Neue"/>
                <a:cs typeface="Helvetica Neue"/>
              </a:defRPr>
            </a:lvl6pPr>
            <a:lvl7pPr>
              <a:defRPr sz="1725" b="0">
                <a:solidFill>
                  <a:srgbClr val="50665B"/>
                </a:solidFill>
                <a:latin typeface="Helvetica Neue"/>
                <a:ea typeface="Helvetica Neue"/>
                <a:cs typeface="Helvetica Neue"/>
              </a:defRPr>
            </a:lvl7pPr>
            <a:lvl8pPr>
              <a:defRPr sz="1725" b="0">
                <a:solidFill>
                  <a:srgbClr val="50665B"/>
                </a:solidFill>
                <a:latin typeface="Helvetica Neue"/>
                <a:ea typeface="Helvetica Neue"/>
                <a:cs typeface="Helvetica Neue"/>
              </a:defRPr>
            </a:lvl8pPr>
            <a:lvl9pPr>
              <a:defRPr sz="1725" b="0">
                <a:solidFill>
                  <a:srgbClr val="50665B"/>
                </a:solidFill>
                <a:latin typeface="Helvetica Neue"/>
                <a:ea typeface="Helvetica Neue"/>
                <a:cs typeface="Helvetica Neue"/>
              </a:defRPr>
            </a:lvl9pPr>
          </a:lstStyle>
          <a:p xmlns:a="http://schemas.openxmlformats.org/drawingml/2006/main">
            <a:pPr>
              <a:defRPr sz="1725" b="0">
                <a:solidFill>
                  <a:srgbClr val="50665B"/>
                </a:solidFill>
                <a:latin typeface="Helvetica Neue"/>
                <a:ea typeface="Helvetica Neue"/>
                <a:cs typeface="Helvetica Neue"/>
              </a:defRPr>
            </a:pPr>
            <a:r>
              <a:rPr sz="1725" b="0">
                <a:solidFill>
                  <a:srgbClr val="50665B"/>
                </a:solidFill>
                <a:latin typeface="Helvetica Neue"/>
                <a:ea typeface="Helvetica Neue"/>
                <a:cs typeface="Helvetica Neue"/>
              </a:rPr>
              <a:t>Operators select the domain, references, eligible subjects, time and climate options.</a:t>
            </a:r>
          </a:p>
        </p:txBody>
      </p:sp>
      <p:sp>
        <p:nvSpPr>
          <p:cNvPr id="8" name="">
            <a:extLst xmlns:a="http://schemas.openxmlformats.org/drawingml/2006/main">
              <a:ext uri="{FF2B5EF4-FFF2-40B4-BE49-F238E27FC236}">
                <a16:creationId xmlns:a16="http://schemas.microsoft.com/office/drawing/2014/main" id="{28EDA375-23EB-40BE-89F0-11C0405404F5}"/>
              </a:ext>
            </a:extLst>
          </p:cNvPr>
          <p:cNvSpPr>
            <a:spLocks xmlns:a="http://schemas.openxmlformats.org/drawingml/2006/main" noGrp="1"/>
          </p:cNvSpPr>
          <p:nvPr/>
        </p:nvSpPr>
        <p:spPr>
          <a:xfrm xmlns:a="http://schemas.openxmlformats.org/drawingml/2006/main">
            <a:off x="647700" y="3419475"/>
            <a:ext cx="762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550" b="1">
                <a:solidFill>
                  <a:srgbClr val="2F7760"/>
                </a:solidFill>
                <a:latin typeface="Helvetica Neue"/>
                <a:ea typeface="Helvetica Neue"/>
                <a:cs typeface="Helvetica Neue"/>
              </a:defRPr>
            </a:defPPr>
            <a:lvl1pPr>
              <a:defRPr sz="2550" b="1">
                <a:solidFill>
                  <a:srgbClr val="2F7760"/>
                </a:solidFill>
                <a:latin typeface="Helvetica Neue"/>
                <a:ea typeface="Helvetica Neue"/>
                <a:cs typeface="Helvetica Neue"/>
              </a:defRPr>
            </a:lvl1pPr>
            <a:lvl2pPr>
              <a:defRPr sz="2550" b="1">
                <a:solidFill>
                  <a:srgbClr val="2F7760"/>
                </a:solidFill>
                <a:latin typeface="Helvetica Neue"/>
                <a:ea typeface="Helvetica Neue"/>
                <a:cs typeface="Helvetica Neue"/>
              </a:defRPr>
            </a:lvl2pPr>
            <a:lvl3pPr>
              <a:defRPr sz="2550" b="1">
                <a:solidFill>
                  <a:srgbClr val="2F7760"/>
                </a:solidFill>
                <a:latin typeface="Helvetica Neue"/>
                <a:ea typeface="Helvetica Neue"/>
                <a:cs typeface="Helvetica Neue"/>
              </a:defRPr>
            </a:lvl3pPr>
            <a:lvl4pPr>
              <a:defRPr sz="2550" b="1">
                <a:solidFill>
                  <a:srgbClr val="2F7760"/>
                </a:solidFill>
                <a:latin typeface="Helvetica Neue"/>
                <a:ea typeface="Helvetica Neue"/>
                <a:cs typeface="Helvetica Neue"/>
              </a:defRPr>
            </a:lvl4pPr>
            <a:lvl5pPr>
              <a:defRPr sz="2550" b="1">
                <a:solidFill>
                  <a:srgbClr val="2F7760"/>
                </a:solidFill>
                <a:latin typeface="Helvetica Neue"/>
                <a:ea typeface="Helvetica Neue"/>
                <a:cs typeface="Helvetica Neue"/>
              </a:defRPr>
            </a:lvl5pPr>
            <a:lvl6pPr>
              <a:defRPr sz="2550" b="1">
                <a:solidFill>
                  <a:srgbClr val="2F7760"/>
                </a:solidFill>
                <a:latin typeface="Helvetica Neue"/>
                <a:ea typeface="Helvetica Neue"/>
                <a:cs typeface="Helvetica Neue"/>
              </a:defRPr>
            </a:lvl6pPr>
            <a:lvl7pPr>
              <a:defRPr sz="2550" b="1">
                <a:solidFill>
                  <a:srgbClr val="2F7760"/>
                </a:solidFill>
                <a:latin typeface="Helvetica Neue"/>
                <a:ea typeface="Helvetica Neue"/>
                <a:cs typeface="Helvetica Neue"/>
              </a:defRPr>
            </a:lvl7pPr>
            <a:lvl8pPr>
              <a:defRPr sz="2550" b="1">
                <a:solidFill>
                  <a:srgbClr val="2F7760"/>
                </a:solidFill>
                <a:latin typeface="Helvetica Neue"/>
                <a:ea typeface="Helvetica Neue"/>
                <a:cs typeface="Helvetica Neue"/>
              </a:defRPr>
            </a:lvl8pPr>
            <a:lvl9pPr>
              <a:defRPr sz="2550" b="1">
                <a:solidFill>
                  <a:srgbClr val="2F7760"/>
                </a:solidFill>
                <a:latin typeface="Helvetica Neue"/>
                <a:ea typeface="Helvetica Neue"/>
                <a:cs typeface="Helvetica Neue"/>
              </a:defRPr>
            </a:lvl9pPr>
          </a:lstStyle>
          <a:p xmlns:a="http://schemas.openxmlformats.org/drawingml/2006/main">
            <a:pPr>
              <a:defRPr sz="2550" b="1">
                <a:solidFill>
                  <a:srgbClr val="2F7760"/>
                </a:solidFill>
                <a:latin typeface="Helvetica Neue"/>
                <a:ea typeface="Helvetica Neue"/>
                <a:cs typeface="Helvetica Neue"/>
              </a:defRPr>
            </a:pPr>
            <a:r>
              <a:rPr sz="2550" b="1">
                <a:solidFill>
                  <a:srgbClr val="2F7760"/>
                </a:solidFill>
                <a:latin typeface="Helvetica Neue"/>
                <a:ea typeface="Helvetica Neue"/>
                <a:cs typeface="Helvetica Neue"/>
              </a:rPr>
              <a:t>02</a:t>
            </a:r>
          </a:p>
        </p:txBody>
      </p:sp>
      <p:sp>
        <p:nvSpPr>
          <p:cNvPr id="9" name="">
            <a:extLst xmlns:a="http://schemas.openxmlformats.org/drawingml/2006/main">
              <a:ext uri="{FF2B5EF4-FFF2-40B4-BE49-F238E27FC236}">
                <a16:creationId xmlns:a16="http://schemas.microsoft.com/office/drawing/2014/main" id="{3A737620-7239-4CD6-8451-AEF796A15A3C}"/>
              </a:ext>
            </a:extLst>
          </p:cNvPr>
          <p:cNvSpPr>
            <a:spLocks xmlns:a="http://schemas.openxmlformats.org/drawingml/2006/main" noGrp="1"/>
          </p:cNvSpPr>
          <p:nvPr/>
        </p:nvSpPr>
        <p:spPr>
          <a:xfrm xmlns:a="http://schemas.openxmlformats.org/drawingml/2006/main">
            <a:off x="1485900" y="3419475"/>
            <a:ext cx="947737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025" b="1">
                <a:solidFill>
                  <a:srgbClr val="14362D"/>
                </a:solidFill>
                <a:latin typeface="Helvetica Neue"/>
                <a:ea typeface="Helvetica Neue"/>
                <a:cs typeface="Helvetica Neue"/>
              </a:defRPr>
            </a:defPPr>
            <a:lvl1pPr>
              <a:defRPr sz="2025" b="1">
                <a:solidFill>
                  <a:srgbClr val="14362D"/>
                </a:solidFill>
                <a:latin typeface="Helvetica Neue"/>
                <a:ea typeface="Helvetica Neue"/>
                <a:cs typeface="Helvetica Neue"/>
              </a:defRPr>
            </a:lvl1pPr>
            <a:lvl2pPr>
              <a:defRPr sz="2025" b="1">
                <a:solidFill>
                  <a:srgbClr val="14362D"/>
                </a:solidFill>
                <a:latin typeface="Helvetica Neue"/>
                <a:ea typeface="Helvetica Neue"/>
                <a:cs typeface="Helvetica Neue"/>
              </a:defRPr>
            </a:lvl2pPr>
            <a:lvl3pPr>
              <a:defRPr sz="2025" b="1">
                <a:solidFill>
                  <a:srgbClr val="14362D"/>
                </a:solidFill>
                <a:latin typeface="Helvetica Neue"/>
                <a:ea typeface="Helvetica Neue"/>
                <a:cs typeface="Helvetica Neue"/>
              </a:defRPr>
            </a:lvl3pPr>
            <a:lvl4pPr>
              <a:defRPr sz="2025" b="1">
                <a:solidFill>
                  <a:srgbClr val="14362D"/>
                </a:solidFill>
                <a:latin typeface="Helvetica Neue"/>
                <a:ea typeface="Helvetica Neue"/>
                <a:cs typeface="Helvetica Neue"/>
              </a:defRPr>
            </a:lvl4pPr>
            <a:lvl5pPr>
              <a:defRPr sz="2025" b="1">
                <a:solidFill>
                  <a:srgbClr val="14362D"/>
                </a:solidFill>
                <a:latin typeface="Helvetica Neue"/>
                <a:ea typeface="Helvetica Neue"/>
                <a:cs typeface="Helvetica Neue"/>
              </a:defRPr>
            </a:lvl5pPr>
            <a:lvl6pPr>
              <a:defRPr sz="2025" b="1">
                <a:solidFill>
                  <a:srgbClr val="14362D"/>
                </a:solidFill>
                <a:latin typeface="Helvetica Neue"/>
                <a:ea typeface="Helvetica Neue"/>
                <a:cs typeface="Helvetica Neue"/>
              </a:defRPr>
            </a:lvl6pPr>
            <a:lvl7pPr>
              <a:defRPr sz="2025" b="1">
                <a:solidFill>
                  <a:srgbClr val="14362D"/>
                </a:solidFill>
                <a:latin typeface="Helvetica Neue"/>
                <a:ea typeface="Helvetica Neue"/>
                <a:cs typeface="Helvetica Neue"/>
              </a:defRPr>
            </a:lvl7pPr>
            <a:lvl8pPr>
              <a:defRPr sz="2025" b="1">
                <a:solidFill>
                  <a:srgbClr val="14362D"/>
                </a:solidFill>
                <a:latin typeface="Helvetica Neue"/>
                <a:ea typeface="Helvetica Neue"/>
                <a:cs typeface="Helvetica Neue"/>
              </a:defRPr>
            </a:lvl8pPr>
            <a:lvl9pPr>
              <a:defRPr sz="2025" b="1">
                <a:solidFill>
                  <a:srgbClr val="14362D"/>
                </a:solidFill>
                <a:latin typeface="Helvetica Neue"/>
                <a:ea typeface="Helvetica Neue"/>
                <a:cs typeface="Helvetica Neue"/>
              </a:defRPr>
            </a:lvl9pPr>
          </a:lstStyle>
          <a:p xmlns:a="http://schemas.openxmlformats.org/drawingml/2006/main">
            <a:pPr>
              <a:defRPr sz="2025" b="1">
                <a:solidFill>
                  <a:srgbClr val="14362D"/>
                </a:solidFill>
                <a:latin typeface="Helvetica Neue"/>
                <a:ea typeface="Helvetica Neue"/>
                <a:cs typeface="Helvetica Neue"/>
              </a:defRPr>
            </a:pPr>
            <a:r>
              <a:rPr sz="2025" b="1">
                <a:solidFill>
                  <a:srgbClr val="14362D"/>
                </a:solidFill>
                <a:latin typeface="Helvetica Neue"/>
                <a:ea typeface="Helvetica Neue"/>
                <a:cs typeface="Helvetica Neue"/>
              </a:rPr>
              <a:t>Observation experience</a:t>
            </a:r>
          </a:p>
        </p:txBody>
      </p:sp>
      <p:sp>
        <p:nvSpPr>
          <p:cNvPr id="10" name="">
            <a:extLst xmlns:a="http://schemas.openxmlformats.org/drawingml/2006/main">
              <a:ext uri="{FF2B5EF4-FFF2-40B4-BE49-F238E27FC236}">
                <a16:creationId xmlns:a16="http://schemas.microsoft.com/office/drawing/2014/main" id="{533F78D6-CAF3-4A97-87A7-6873D6595D3E}"/>
              </a:ext>
            </a:extLst>
          </p:cNvPr>
          <p:cNvSpPr>
            <a:spLocks xmlns:a="http://schemas.openxmlformats.org/drawingml/2006/main" noGrp="1"/>
          </p:cNvSpPr>
          <p:nvPr/>
        </p:nvSpPr>
        <p:spPr>
          <a:xfrm xmlns:a="http://schemas.openxmlformats.org/drawingml/2006/main">
            <a:off x="1485900" y="3886200"/>
            <a:ext cx="95250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725" b="0">
                <a:solidFill>
                  <a:srgbClr val="50665B"/>
                </a:solidFill>
                <a:latin typeface="Helvetica Neue"/>
                <a:ea typeface="Helvetica Neue"/>
                <a:cs typeface="Helvetica Neue"/>
              </a:defRPr>
            </a:defPPr>
            <a:lvl1pPr>
              <a:defRPr sz="1725" b="0">
                <a:solidFill>
                  <a:srgbClr val="50665B"/>
                </a:solidFill>
                <a:latin typeface="Helvetica Neue"/>
                <a:ea typeface="Helvetica Neue"/>
                <a:cs typeface="Helvetica Neue"/>
              </a:defRPr>
            </a:lvl1pPr>
            <a:lvl2pPr>
              <a:defRPr sz="1725" b="0">
                <a:solidFill>
                  <a:srgbClr val="50665B"/>
                </a:solidFill>
                <a:latin typeface="Helvetica Neue"/>
                <a:ea typeface="Helvetica Neue"/>
                <a:cs typeface="Helvetica Neue"/>
              </a:defRPr>
            </a:lvl2pPr>
            <a:lvl3pPr>
              <a:defRPr sz="1725" b="0">
                <a:solidFill>
                  <a:srgbClr val="50665B"/>
                </a:solidFill>
                <a:latin typeface="Helvetica Neue"/>
                <a:ea typeface="Helvetica Neue"/>
                <a:cs typeface="Helvetica Neue"/>
              </a:defRPr>
            </a:lvl3pPr>
            <a:lvl4pPr>
              <a:defRPr sz="1725" b="0">
                <a:solidFill>
                  <a:srgbClr val="50665B"/>
                </a:solidFill>
                <a:latin typeface="Helvetica Neue"/>
                <a:ea typeface="Helvetica Neue"/>
                <a:cs typeface="Helvetica Neue"/>
              </a:defRPr>
            </a:lvl4pPr>
            <a:lvl5pPr>
              <a:defRPr sz="1725" b="0">
                <a:solidFill>
                  <a:srgbClr val="50665B"/>
                </a:solidFill>
                <a:latin typeface="Helvetica Neue"/>
                <a:ea typeface="Helvetica Neue"/>
                <a:cs typeface="Helvetica Neue"/>
              </a:defRPr>
            </a:lvl5pPr>
            <a:lvl6pPr>
              <a:defRPr sz="1725" b="0">
                <a:solidFill>
                  <a:srgbClr val="50665B"/>
                </a:solidFill>
                <a:latin typeface="Helvetica Neue"/>
                <a:ea typeface="Helvetica Neue"/>
                <a:cs typeface="Helvetica Neue"/>
              </a:defRPr>
            </a:lvl6pPr>
            <a:lvl7pPr>
              <a:defRPr sz="1725" b="0">
                <a:solidFill>
                  <a:srgbClr val="50665B"/>
                </a:solidFill>
                <a:latin typeface="Helvetica Neue"/>
                <a:ea typeface="Helvetica Neue"/>
                <a:cs typeface="Helvetica Neue"/>
              </a:defRPr>
            </a:lvl7pPr>
            <a:lvl8pPr>
              <a:defRPr sz="1725" b="0">
                <a:solidFill>
                  <a:srgbClr val="50665B"/>
                </a:solidFill>
                <a:latin typeface="Helvetica Neue"/>
                <a:ea typeface="Helvetica Neue"/>
                <a:cs typeface="Helvetica Neue"/>
              </a:defRPr>
            </a:lvl8pPr>
            <a:lvl9pPr>
              <a:defRPr sz="1725" b="0">
                <a:solidFill>
                  <a:srgbClr val="50665B"/>
                </a:solidFill>
                <a:latin typeface="Helvetica Neue"/>
                <a:ea typeface="Helvetica Neue"/>
                <a:cs typeface="Helvetica Neue"/>
              </a:defRPr>
            </a:lvl9pPr>
          </a:lstStyle>
          <a:p xmlns:a="http://schemas.openxmlformats.org/drawingml/2006/main">
            <a:pPr>
              <a:defRPr sz="1725" b="0">
                <a:solidFill>
                  <a:srgbClr val="50665B"/>
                </a:solidFill>
                <a:latin typeface="Helvetica Neue"/>
                <a:ea typeface="Helvetica Neue"/>
                <a:cs typeface="Helvetica Neue"/>
              </a:defRPr>
            </a:pPr>
            <a:r>
              <a:rPr sz="1725" b="0">
                <a:solidFill>
                  <a:srgbClr val="50665B"/>
                </a:solidFill>
                <a:latin typeface="Helvetica Neue"/>
                <a:ea typeface="Helvetica Neue"/>
                <a:cs typeface="Helvetica Neue"/>
              </a:rPr>
              <a:t>The component would show request status, video, context and another-observation controls.</a:t>
            </a:r>
          </a:p>
        </p:txBody>
      </p:sp>
      <p:sp>
        <p:nvSpPr>
          <p:cNvPr id="11" name="">
            <a:extLst xmlns:a="http://schemas.openxmlformats.org/drawingml/2006/main">
              <a:ext uri="{FF2B5EF4-FFF2-40B4-BE49-F238E27FC236}">
                <a16:creationId xmlns:a16="http://schemas.microsoft.com/office/drawing/2014/main" id="{25E17926-7E4A-4D1D-B33D-DB2373C71570}"/>
              </a:ext>
            </a:extLst>
          </p:cNvPr>
          <p:cNvSpPr>
            <a:spLocks xmlns:a="http://schemas.openxmlformats.org/drawingml/2006/main" noGrp="1"/>
          </p:cNvSpPr>
          <p:nvPr/>
        </p:nvSpPr>
        <p:spPr>
          <a:xfrm xmlns:a="http://schemas.openxmlformats.org/drawingml/2006/main">
            <a:off x="647700" y="4829175"/>
            <a:ext cx="762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550" b="1">
                <a:solidFill>
                  <a:srgbClr val="2F7760"/>
                </a:solidFill>
                <a:latin typeface="Helvetica Neue"/>
                <a:ea typeface="Helvetica Neue"/>
                <a:cs typeface="Helvetica Neue"/>
              </a:defRPr>
            </a:defPPr>
            <a:lvl1pPr>
              <a:defRPr sz="2550" b="1">
                <a:solidFill>
                  <a:srgbClr val="2F7760"/>
                </a:solidFill>
                <a:latin typeface="Helvetica Neue"/>
                <a:ea typeface="Helvetica Neue"/>
                <a:cs typeface="Helvetica Neue"/>
              </a:defRPr>
            </a:lvl1pPr>
            <a:lvl2pPr>
              <a:defRPr sz="2550" b="1">
                <a:solidFill>
                  <a:srgbClr val="2F7760"/>
                </a:solidFill>
                <a:latin typeface="Helvetica Neue"/>
                <a:ea typeface="Helvetica Neue"/>
                <a:cs typeface="Helvetica Neue"/>
              </a:defRPr>
            </a:lvl2pPr>
            <a:lvl3pPr>
              <a:defRPr sz="2550" b="1">
                <a:solidFill>
                  <a:srgbClr val="2F7760"/>
                </a:solidFill>
                <a:latin typeface="Helvetica Neue"/>
                <a:ea typeface="Helvetica Neue"/>
                <a:cs typeface="Helvetica Neue"/>
              </a:defRPr>
            </a:lvl3pPr>
            <a:lvl4pPr>
              <a:defRPr sz="2550" b="1">
                <a:solidFill>
                  <a:srgbClr val="2F7760"/>
                </a:solidFill>
                <a:latin typeface="Helvetica Neue"/>
                <a:ea typeface="Helvetica Neue"/>
                <a:cs typeface="Helvetica Neue"/>
              </a:defRPr>
            </a:lvl4pPr>
            <a:lvl5pPr>
              <a:defRPr sz="2550" b="1">
                <a:solidFill>
                  <a:srgbClr val="2F7760"/>
                </a:solidFill>
                <a:latin typeface="Helvetica Neue"/>
                <a:ea typeface="Helvetica Neue"/>
                <a:cs typeface="Helvetica Neue"/>
              </a:defRPr>
            </a:lvl5pPr>
            <a:lvl6pPr>
              <a:defRPr sz="2550" b="1">
                <a:solidFill>
                  <a:srgbClr val="2F7760"/>
                </a:solidFill>
                <a:latin typeface="Helvetica Neue"/>
                <a:ea typeface="Helvetica Neue"/>
                <a:cs typeface="Helvetica Neue"/>
              </a:defRPr>
            </a:lvl6pPr>
            <a:lvl7pPr>
              <a:defRPr sz="2550" b="1">
                <a:solidFill>
                  <a:srgbClr val="2F7760"/>
                </a:solidFill>
                <a:latin typeface="Helvetica Neue"/>
                <a:ea typeface="Helvetica Neue"/>
                <a:cs typeface="Helvetica Neue"/>
              </a:defRPr>
            </a:lvl7pPr>
            <a:lvl8pPr>
              <a:defRPr sz="2550" b="1">
                <a:solidFill>
                  <a:srgbClr val="2F7760"/>
                </a:solidFill>
                <a:latin typeface="Helvetica Neue"/>
                <a:ea typeface="Helvetica Neue"/>
                <a:cs typeface="Helvetica Neue"/>
              </a:defRPr>
            </a:lvl8pPr>
            <a:lvl9pPr>
              <a:defRPr sz="2550" b="1">
                <a:solidFill>
                  <a:srgbClr val="2F7760"/>
                </a:solidFill>
                <a:latin typeface="Helvetica Neue"/>
                <a:ea typeface="Helvetica Neue"/>
                <a:cs typeface="Helvetica Neue"/>
              </a:defRPr>
            </a:lvl9pPr>
          </a:lstStyle>
          <a:p xmlns:a="http://schemas.openxmlformats.org/drawingml/2006/main">
            <a:pPr>
              <a:defRPr sz="2550" b="1">
                <a:solidFill>
                  <a:srgbClr val="2F7760"/>
                </a:solidFill>
                <a:latin typeface="Helvetica Neue"/>
                <a:ea typeface="Helvetica Neue"/>
                <a:cs typeface="Helvetica Neue"/>
              </a:defRPr>
            </a:pPr>
            <a:r>
              <a:rPr sz="2550" b="1">
                <a:solidFill>
                  <a:srgbClr val="2F7760"/>
                </a:solidFill>
                <a:latin typeface="Helvetica Neue"/>
                <a:ea typeface="Helvetica Neue"/>
                <a:cs typeface="Helvetica Neue"/>
              </a:rPr>
              <a:t>03</a:t>
            </a:r>
          </a:p>
        </p:txBody>
      </p:sp>
      <p:sp>
        <p:nvSpPr>
          <p:cNvPr id="12" name="">
            <a:extLst xmlns:a="http://schemas.openxmlformats.org/drawingml/2006/main">
              <a:ext uri="{FF2B5EF4-FFF2-40B4-BE49-F238E27FC236}">
                <a16:creationId xmlns:a16="http://schemas.microsoft.com/office/drawing/2014/main" id="{A3E69286-5BD8-4369-B0B8-D7E19C1E73D1}"/>
              </a:ext>
            </a:extLst>
          </p:cNvPr>
          <p:cNvSpPr>
            <a:spLocks xmlns:a="http://schemas.openxmlformats.org/drawingml/2006/main" noGrp="1"/>
          </p:cNvSpPr>
          <p:nvPr/>
        </p:nvSpPr>
        <p:spPr>
          <a:xfrm xmlns:a="http://schemas.openxmlformats.org/drawingml/2006/main">
            <a:off x="1485900" y="4829175"/>
            <a:ext cx="947737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025" b="1">
                <a:solidFill>
                  <a:srgbClr val="14362D"/>
                </a:solidFill>
                <a:latin typeface="Helvetica Neue"/>
                <a:ea typeface="Helvetica Neue"/>
                <a:cs typeface="Helvetica Neue"/>
              </a:defRPr>
            </a:defPPr>
            <a:lvl1pPr>
              <a:defRPr sz="2025" b="1">
                <a:solidFill>
                  <a:srgbClr val="14362D"/>
                </a:solidFill>
                <a:latin typeface="Helvetica Neue"/>
                <a:ea typeface="Helvetica Neue"/>
                <a:cs typeface="Helvetica Neue"/>
              </a:defRPr>
            </a:lvl1pPr>
            <a:lvl2pPr>
              <a:defRPr sz="2025" b="1">
                <a:solidFill>
                  <a:srgbClr val="14362D"/>
                </a:solidFill>
                <a:latin typeface="Helvetica Neue"/>
                <a:ea typeface="Helvetica Neue"/>
                <a:cs typeface="Helvetica Neue"/>
              </a:defRPr>
            </a:lvl2pPr>
            <a:lvl3pPr>
              <a:defRPr sz="2025" b="1">
                <a:solidFill>
                  <a:srgbClr val="14362D"/>
                </a:solidFill>
                <a:latin typeface="Helvetica Neue"/>
                <a:ea typeface="Helvetica Neue"/>
                <a:cs typeface="Helvetica Neue"/>
              </a:defRPr>
            </a:lvl3pPr>
            <a:lvl4pPr>
              <a:defRPr sz="2025" b="1">
                <a:solidFill>
                  <a:srgbClr val="14362D"/>
                </a:solidFill>
                <a:latin typeface="Helvetica Neue"/>
                <a:ea typeface="Helvetica Neue"/>
                <a:cs typeface="Helvetica Neue"/>
              </a:defRPr>
            </a:lvl4pPr>
            <a:lvl5pPr>
              <a:defRPr sz="2025" b="1">
                <a:solidFill>
                  <a:srgbClr val="14362D"/>
                </a:solidFill>
                <a:latin typeface="Helvetica Neue"/>
                <a:ea typeface="Helvetica Neue"/>
                <a:cs typeface="Helvetica Neue"/>
              </a:defRPr>
            </a:lvl5pPr>
            <a:lvl6pPr>
              <a:defRPr sz="2025" b="1">
                <a:solidFill>
                  <a:srgbClr val="14362D"/>
                </a:solidFill>
                <a:latin typeface="Helvetica Neue"/>
                <a:ea typeface="Helvetica Neue"/>
                <a:cs typeface="Helvetica Neue"/>
              </a:defRPr>
            </a:lvl6pPr>
            <a:lvl7pPr>
              <a:defRPr sz="2025" b="1">
                <a:solidFill>
                  <a:srgbClr val="14362D"/>
                </a:solidFill>
                <a:latin typeface="Helvetica Neue"/>
                <a:ea typeface="Helvetica Neue"/>
                <a:cs typeface="Helvetica Neue"/>
              </a:defRPr>
            </a:lvl7pPr>
            <a:lvl8pPr>
              <a:defRPr sz="2025" b="1">
                <a:solidFill>
                  <a:srgbClr val="14362D"/>
                </a:solidFill>
                <a:latin typeface="Helvetica Neue"/>
                <a:ea typeface="Helvetica Neue"/>
                <a:cs typeface="Helvetica Neue"/>
              </a:defRPr>
            </a:lvl8pPr>
            <a:lvl9pPr>
              <a:defRPr sz="2025" b="1">
                <a:solidFill>
                  <a:srgbClr val="14362D"/>
                </a:solidFill>
                <a:latin typeface="Helvetica Neue"/>
                <a:ea typeface="Helvetica Neue"/>
                <a:cs typeface="Helvetica Neue"/>
              </a:defRPr>
            </a:lvl9pPr>
          </a:lstStyle>
          <a:p xmlns:a="http://schemas.openxmlformats.org/drawingml/2006/main">
            <a:pPr>
              <a:defRPr sz="2025" b="1">
                <a:solidFill>
                  <a:srgbClr val="14362D"/>
                </a:solidFill>
                <a:latin typeface="Helvetica Neue"/>
                <a:ea typeface="Helvetica Neue"/>
                <a:cs typeface="Helvetica Neue"/>
              </a:defRPr>
            </a:pPr>
            <a:r>
              <a:rPr sz="2025" b="1">
                <a:solidFill>
                  <a:srgbClr val="14362D"/>
                </a:solidFill>
                <a:latin typeface="Helvetica Neue"/>
                <a:ea typeface="Helvetica Neue"/>
                <a:cs typeface="Helvetica Neue"/>
              </a:rPr>
              <a:t>Website integration</a:t>
            </a:r>
          </a:p>
        </p:txBody>
      </p:sp>
      <p:sp>
        <p:nvSpPr>
          <p:cNvPr id="13" name="">
            <a:extLst xmlns:a="http://schemas.openxmlformats.org/drawingml/2006/main">
              <a:ext uri="{FF2B5EF4-FFF2-40B4-BE49-F238E27FC236}">
                <a16:creationId xmlns:a16="http://schemas.microsoft.com/office/drawing/2014/main" id="{8B56BD7B-75A0-43B5-98CB-E7AD419FE2DD}"/>
              </a:ext>
            </a:extLst>
          </p:cNvPr>
          <p:cNvSpPr>
            <a:spLocks xmlns:a="http://schemas.openxmlformats.org/drawingml/2006/main" noGrp="1"/>
          </p:cNvSpPr>
          <p:nvPr/>
        </p:nvSpPr>
        <p:spPr>
          <a:xfrm xmlns:a="http://schemas.openxmlformats.org/drawingml/2006/main">
            <a:off x="1485900" y="5295900"/>
            <a:ext cx="95250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725" b="0">
                <a:solidFill>
                  <a:srgbClr val="50665B"/>
                </a:solidFill>
                <a:latin typeface="Helvetica Neue"/>
                <a:ea typeface="Helvetica Neue"/>
                <a:cs typeface="Helvetica Neue"/>
              </a:defRPr>
            </a:defPPr>
            <a:lvl1pPr>
              <a:defRPr sz="1725" b="0">
                <a:solidFill>
                  <a:srgbClr val="50665B"/>
                </a:solidFill>
                <a:latin typeface="Helvetica Neue"/>
                <a:ea typeface="Helvetica Neue"/>
                <a:cs typeface="Helvetica Neue"/>
              </a:defRPr>
            </a:lvl1pPr>
            <a:lvl2pPr>
              <a:defRPr sz="1725" b="0">
                <a:solidFill>
                  <a:srgbClr val="50665B"/>
                </a:solidFill>
                <a:latin typeface="Helvetica Neue"/>
                <a:ea typeface="Helvetica Neue"/>
                <a:cs typeface="Helvetica Neue"/>
              </a:defRPr>
            </a:lvl2pPr>
            <a:lvl3pPr>
              <a:defRPr sz="1725" b="0">
                <a:solidFill>
                  <a:srgbClr val="50665B"/>
                </a:solidFill>
                <a:latin typeface="Helvetica Neue"/>
                <a:ea typeface="Helvetica Neue"/>
                <a:cs typeface="Helvetica Neue"/>
              </a:defRPr>
            </a:lvl3pPr>
            <a:lvl4pPr>
              <a:defRPr sz="1725" b="0">
                <a:solidFill>
                  <a:srgbClr val="50665B"/>
                </a:solidFill>
                <a:latin typeface="Helvetica Neue"/>
                <a:ea typeface="Helvetica Neue"/>
                <a:cs typeface="Helvetica Neue"/>
              </a:defRPr>
            </a:lvl4pPr>
            <a:lvl5pPr>
              <a:defRPr sz="1725" b="0">
                <a:solidFill>
                  <a:srgbClr val="50665B"/>
                </a:solidFill>
                <a:latin typeface="Helvetica Neue"/>
                <a:ea typeface="Helvetica Neue"/>
                <a:cs typeface="Helvetica Neue"/>
              </a:defRPr>
            </a:lvl5pPr>
            <a:lvl6pPr>
              <a:defRPr sz="1725" b="0">
                <a:solidFill>
                  <a:srgbClr val="50665B"/>
                </a:solidFill>
                <a:latin typeface="Helvetica Neue"/>
                <a:ea typeface="Helvetica Neue"/>
                <a:cs typeface="Helvetica Neue"/>
              </a:defRPr>
            </a:lvl6pPr>
            <a:lvl7pPr>
              <a:defRPr sz="1725" b="0">
                <a:solidFill>
                  <a:srgbClr val="50665B"/>
                </a:solidFill>
                <a:latin typeface="Helvetica Neue"/>
                <a:ea typeface="Helvetica Neue"/>
                <a:cs typeface="Helvetica Neue"/>
              </a:defRPr>
            </a:lvl7pPr>
            <a:lvl8pPr>
              <a:defRPr sz="1725" b="0">
                <a:solidFill>
                  <a:srgbClr val="50665B"/>
                </a:solidFill>
                <a:latin typeface="Helvetica Neue"/>
                <a:ea typeface="Helvetica Neue"/>
                <a:cs typeface="Helvetica Neue"/>
              </a:defRPr>
            </a:lvl8pPr>
            <a:lvl9pPr>
              <a:defRPr sz="1725" b="0">
                <a:solidFill>
                  <a:srgbClr val="50665B"/>
                </a:solidFill>
                <a:latin typeface="Helvetica Neue"/>
                <a:ea typeface="Helvetica Neue"/>
                <a:cs typeface="Helvetica Neue"/>
              </a:defRPr>
            </a:lvl9pPr>
          </a:lstStyle>
          <a:p xmlns:a="http://schemas.openxmlformats.org/drawingml/2006/main">
            <a:pPr>
              <a:defRPr sz="1725" b="0">
                <a:solidFill>
                  <a:srgbClr val="50665B"/>
                </a:solidFill>
                <a:latin typeface="Helvetica Neue"/>
                <a:ea typeface="Helvetica Neue"/>
                <a:cs typeface="Helvetica Neue"/>
              </a:defRPr>
            </a:pPr>
            <a:r>
              <a:rPr sz="1725" b="0">
                <a:solidFill>
                  <a:srgbClr val="50665B"/>
                </a:solidFill>
                <a:latin typeface="Helvetica Neue"/>
                <a:ea typeface="Helvetica Neue"/>
                <a:cs typeface="Helvetica Neue"/>
              </a:rPr>
              <a:t>The planned component would embed into story, character, location or brand pages.</a:t>
            </a:r>
          </a:p>
        </p:txBody>
      </p:sp>
    </p:spTree>
    <p:extLst>
      <p:ext uri="{BB962C8B-B14F-4D97-AF65-F5344CB8AC3E}">
        <p14:creationId xmlns:p14="http://schemas.microsoft.com/office/powerpoint/2010/main" val="2076979324"/>
      </p:ext>
    </p:extLst>
  </p:cSld>
</p:sld>
</file>

<file path=ppt/slides/slide10.xml><?xml version="1.0" encoding="utf-8"?>
<p:sld xmlns:p="http://schemas.openxmlformats.org/presentationml/2006/main">
  <p:cSld>
    <p:bg>
      <p:bgPr>
        <a:solidFill xmlns:a="http://schemas.openxmlformats.org/drawingml/2006/main">
          <a:srgbClr val="F3F1E7"/>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D3F8AFB-6967-4EA5-B8A2-461C0D2ADDB9}"/>
              </a:ext>
            </a:extLst>
          </p:cNvPr>
          <p:cNvSpPr>
            <a:spLocks xmlns:a="http://schemas.openxmlformats.org/drawingml/2006/main" noGrp="1"/>
          </p:cNvSpPr>
          <p:nvPr/>
        </p:nvSpPr>
        <p:spPr>
          <a:xfrm xmlns:a="http://schemas.openxmlformats.org/drawingml/2006/main">
            <a:off x="609600" y="476250"/>
            <a:ext cx="109537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362D"/>
                </a:solidFill>
                <a:latin typeface="Helvetica Neue"/>
                <a:ea typeface="Helvetica Neue"/>
                <a:cs typeface="Helvetica Neue"/>
              </a:defRPr>
            </a:defPPr>
            <a:lvl1pPr>
              <a:defRPr sz="3150" b="1">
                <a:solidFill>
                  <a:srgbClr val="14362D"/>
                </a:solidFill>
                <a:latin typeface="Helvetica Neue"/>
                <a:ea typeface="Helvetica Neue"/>
                <a:cs typeface="Helvetica Neue"/>
              </a:defRPr>
            </a:lvl1pPr>
            <a:lvl2pPr>
              <a:defRPr sz="3150" b="1">
                <a:solidFill>
                  <a:srgbClr val="14362D"/>
                </a:solidFill>
                <a:latin typeface="Helvetica Neue"/>
                <a:ea typeface="Helvetica Neue"/>
                <a:cs typeface="Helvetica Neue"/>
              </a:defRPr>
            </a:lvl2pPr>
            <a:lvl3pPr>
              <a:defRPr sz="3150" b="1">
                <a:solidFill>
                  <a:srgbClr val="14362D"/>
                </a:solidFill>
                <a:latin typeface="Helvetica Neue"/>
                <a:ea typeface="Helvetica Neue"/>
                <a:cs typeface="Helvetica Neue"/>
              </a:defRPr>
            </a:lvl3pPr>
            <a:lvl4pPr>
              <a:defRPr sz="3150" b="1">
                <a:solidFill>
                  <a:srgbClr val="14362D"/>
                </a:solidFill>
                <a:latin typeface="Helvetica Neue"/>
                <a:ea typeface="Helvetica Neue"/>
                <a:cs typeface="Helvetica Neue"/>
              </a:defRPr>
            </a:lvl4pPr>
            <a:lvl5pPr>
              <a:defRPr sz="3150" b="1">
                <a:solidFill>
                  <a:srgbClr val="14362D"/>
                </a:solidFill>
                <a:latin typeface="Helvetica Neue"/>
                <a:ea typeface="Helvetica Neue"/>
                <a:cs typeface="Helvetica Neue"/>
              </a:defRPr>
            </a:lvl5pPr>
            <a:lvl6pPr>
              <a:defRPr sz="3150" b="1">
                <a:solidFill>
                  <a:srgbClr val="14362D"/>
                </a:solidFill>
                <a:latin typeface="Helvetica Neue"/>
                <a:ea typeface="Helvetica Neue"/>
                <a:cs typeface="Helvetica Neue"/>
              </a:defRPr>
            </a:lvl6pPr>
            <a:lvl7pPr>
              <a:defRPr sz="3150" b="1">
                <a:solidFill>
                  <a:srgbClr val="14362D"/>
                </a:solidFill>
                <a:latin typeface="Helvetica Neue"/>
                <a:ea typeface="Helvetica Neue"/>
                <a:cs typeface="Helvetica Neue"/>
              </a:defRPr>
            </a:lvl7pPr>
            <a:lvl8pPr>
              <a:defRPr sz="3150" b="1">
                <a:solidFill>
                  <a:srgbClr val="14362D"/>
                </a:solidFill>
                <a:latin typeface="Helvetica Neue"/>
                <a:ea typeface="Helvetica Neue"/>
                <a:cs typeface="Helvetica Neue"/>
              </a:defRPr>
            </a:lvl8pPr>
            <a:lvl9pPr>
              <a:defRPr sz="3150" b="1">
                <a:solidFill>
                  <a:srgbClr val="14362D"/>
                </a:solidFill>
                <a:latin typeface="Helvetica Neue"/>
                <a:ea typeface="Helvetica Neue"/>
                <a:cs typeface="Helvetica Neue"/>
              </a:defRPr>
            </a:lvl9pPr>
          </a:lstStyle>
          <a:p xmlns:a="http://schemas.openxmlformats.org/drawingml/2006/main">
            <a:pPr>
              <a:defRPr sz="3150" b="1">
                <a:solidFill>
                  <a:srgbClr val="14362D"/>
                </a:solidFill>
                <a:latin typeface="Helvetica Neue"/>
                <a:ea typeface="Helvetica Neue"/>
                <a:cs typeface="Helvetica Neue"/>
              </a:defRPr>
            </a:pPr>
            <a:r>
              <a:rPr sz="3150" b="1">
                <a:solidFill>
                  <a:srgbClr val="14362D"/>
                </a:solidFill>
                <a:latin typeface="Helvetica Neue"/>
                <a:ea typeface="Helvetica Neue"/>
                <a:cs typeface="Helvetica Neue"/>
              </a:rPr>
              <a:t>Commercial hypothesis and pilot</a:t>
            </a:r>
          </a:p>
        </p:txBody>
      </p:sp>
      <p:sp>
        <p:nvSpPr>
          <p:cNvPr id="2" name="">
            <a:extLst xmlns:a="http://schemas.openxmlformats.org/drawingml/2006/main">
              <a:ext uri="{FF2B5EF4-FFF2-40B4-BE49-F238E27FC236}">
                <a16:creationId xmlns:a16="http://schemas.microsoft.com/office/drawing/2014/main" id="{16251A46-D398-4630-8EB9-92E2FD085514}"/>
              </a:ext>
            </a:extLst>
          </p:cNvPr>
          <p:cNvSpPr>
            <a:spLocks xmlns:a="http://schemas.openxmlformats.org/drawingml/2006/main" noGrp="1"/>
          </p:cNvSpPr>
          <p:nvPr/>
        </p:nvSpPr>
        <p:spPr>
          <a:xfrm xmlns:a="http://schemas.openxmlformats.org/drawingml/2006/main">
            <a:off x="609600" y="1533525"/>
            <a:ext cx="10972800" cy="19050"/>
          </a:xfrm>
          <a:prstGeom xmlns:a="http://schemas.openxmlformats.org/drawingml/2006/main" prst="rect">
            <a:avLst/>
          </a:prstGeom>
          <a:solidFill xmlns:a="http://schemas.openxmlformats.org/drawingml/2006/main">
            <a:srgbClr val="C5CCC1"/>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7FFBA69D-DD31-4B44-8CCB-45DA52256121}"/>
              </a:ext>
            </a:extLst>
          </p:cNvPr>
          <p:cNvSpPr>
            <a:spLocks xmlns:a="http://schemas.openxmlformats.org/drawingml/2006/main" noGrp="1"/>
          </p:cNvSpPr>
          <p:nvPr/>
        </p:nvSpPr>
        <p:spPr>
          <a:xfrm xmlns:a="http://schemas.openxmlformats.org/drawingml/2006/main">
            <a:off x="609600" y="6419850"/>
            <a:ext cx="9525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50665B"/>
                </a:solidFill>
                <a:latin typeface="Helvetica Neue"/>
                <a:ea typeface="Helvetica Neue"/>
                <a:cs typeface="Helvetica Neue"/>
              </a:defRPr>
            </a:defPPr>
            <a:lvl1pPr>
              <a:defRPr sz="1050" b="0">
                <a:solidFill>
                  <a:srgbClr val="50665B"/>
                </a:solidFill>
                <a:latin typeface="Helvetica Neue"/>
                <a:ea typeface="Helvetica Neue"/>
                <a:cs typeface="Helvetica Neue"/>
              </a:defRPr>
            </a:lvl1pPr>
            <a:lvl2pPr>
              <a:defRPr sz="1050" b="0">
                <a:solidFill>
                  <a:srgbClr val="50665B"/>
                </a:solidFill>
                <a:latin typeface="Helvetica Neue"/>
                <a:ea typeface="Helvetica Neue"/>
                <a:cs typeface="Helvetica Neue"/>
              </a:defRPr>
            </a:lvl2pPr>
            <a:lvl3pPr>
              <a:defRPr sz="1050" b="0">
                <a:solidFill>
                  <a:srgbClr val="50665B"/>
                </a:solidFill>
                <a:latin typeface="Helvetica Neue"/>
                <a:ea typeface="Helvetica Neue"/>
                <a:cs typeface="Helvetica Neue"/>
              </a:defRPr>
            </a:lvl3pPr>
            <a:lvl4pPr>
              <a:defRPr sz="1050" b="0">
                <a:solidFill>
                  <a:srgbClr val="50665B"/>
                </a:solidFill>
                <a:latin typeface="Helvetica Neue"/>
                <a:ea typeface="Helvetica Neue"/>
                <a:cs typeface="Helvetica Neue"/>
              </a:defRPr>
            </a:lvl4pPr>
            <a:lvl5pPr>
              <a:defRPr sz="1050" b="0">
                <a:solidFill>
                  <a:srgbClr val="50665B"/>
                </a:solidFill>
                <a:latin typeface="Helvetica Neue"/>
                <a:ea typeface="Helvetica Neue"/>
                <a:cs typeface="Helvetica Neue"/>
              </a:defRPr>
            </a:lvl5pPr>
            <a:lvl6pPr>
              <a:defRPr sz="1050" b="0">
                <a:solidFill>
                  <a:srgbClr val="50665B"/>
                </a:solidFill>
                <a:latin typeface="Helvetica Neue"/>
                <a:ea typeface="Helvetica Neue"/>
                <a:cs typeface="Helvetica Neue"/>
              </a:defRPr>
            </a:lvl6pPr>
            <a:lvl7pPr>
              <a:defRPr sz="1050" b="0">
                <a:solidFill>
                  <a:srgbClr val="50665B"/>
                </a:solidFill>
                <a:latin typeface="Helvetica Neue"/>
                <a:ea typeface="Helvetica Neue"/>
                <a:cs typeface="Helvetica Neue"/>
              </a:defRPr>
            </a:lvl7pPr>
            <a:lvl8pPr>
              <a:defRPr sz="1050" b="0">
                <a:solidFill>
                  <a:srgbClr val="50665B"/>
                </a:solidFill>
                <a:latin typeface="Helvetica Neue"/>
                <a:ea typeface="Helvetica Neue"/>
                <a:cs typeface="Helvetica Neue"/>
              </a:defRPr>
            </a:lvl8pPr>
            <a:lvl9pPr>
              <a:defRPr sz="1050" b="0">
                <a:solidFill>
                  <a:srgbClr val="50665B"/>
                </a:solidFill>
                <a:latin typeface="Helvetica Neue"/>
                <a:ea typeface="Helvetica Neue"/>
                <a:cs typeface="Helvetica Neue"/>
              </a:defRPr>
            </a:lvl9pPr>
          </a:lstStyle>
          <a:p xmlns:a="http://schemas.openxmlformats.org/drawingml/2006/main">
            <a:pPr>
              <a:defRPr sz="1050" b="0">
                <a:solidFill>
                  <a:srgbClr val="50665B"/>
                </a:solidFill>
                <a:latin typeface="Helvetica Neue"/>
                <a:ea typeface="Helvetica Neue"/>
                <a:cs typeface="Helvetica Neue"/>
              </a:defRPr>
            </a:pPr>
            <a:r>
              <a:rPr sz="1050" b="0">
                <a:solidFill>
                  <a:srgbClr val="50665B"/>
                </a:solidFill>
                <a:latin typeface="Helvetica Neue"/>
                <a:ea typeface="Helvetica Neue"/>
                <a:cs typeface="Helvetica Neue"/>
              </a:rPr>
              <a:t>STAGE I / PROJECT PLAN</a:t>
            </a:r>
          </a:p>
        </p:txBody>
      </p:sp>
      <p:sp>
        <p:nvSpPr>
          <p:cNvPr id="4" name="">
            <a:extLst xmlns:a="http://schemas.openxmlformats.org/drawingml/2006/main">
              <a:ext uri="{FF2B5EF4-FFF2-40B4-BE49-F238E27FC236}">
                <a16:creationId xmlns:a16="http://schemas.microsoft.com/office/drawing/2014/main" id="{89125AC5-7D50-47E0-91EA-DD68D99AC879}"/>
              </a:ext>
            </a:extLst>
          </p:cNvPr>
          <p:cNvSpPr>
            <a:spLocks xmlns:a="http://schemas.openxmlformats.org/drawingml/2006/main" noGrp="1"/>
          </p:cNvSpPr>
          <p:nvPr/>
        </p:nvSpPr>
        <p:spPr>
          <a:xfrm xmlns:a="http://schemas.openxmlformats.org/drawingml/2006/main">
            <a:off x="11106150" y="6419850"/>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50665B"/>
                </a:solidFill>
                <a:latin typeface="Helvetica Neue"/>
                <a:ea typeface="Helvetica Neue"/>
                <a:cs typeface="Helvetica Neue"/>
              </a:defRPr>
            </a:defPPr>
            <a:lvl1pPr>
              <a:defRPr sz="1050" b="0">
                <a:solidFill>
                  <a:srgbClr val="50665B"/>
                </a:solidFill>
                <a:latin typeface="Helvetica Neue"/>
                <a:ea typeface="Helvetica Neue"/>
                <a:cs typeface="Helvetica Neue"/>
              </a:defRPr>
            </a:lvl1pPr>
            <a:lvl2pPr>
              <a:defRPr sz="1050" b="0">
                <a:solidFill>
                  <a:srgbClr val="50665B"/>
                </a:solidFill>
                <a:latin typeface="Helvetica Neue"/>
                <a:ea typeface="Helvetica Neue"/>
                <a:cs typeface="Helvetica Neue"/>
              </a:defRPr>
            </a:lvl2pPr>
            <a:lvl3pPr>
              <a:defRPr sz="1050" b="0">
                <a:solidFill>
                  <a:srgbClr val="50665B"/>
                </a:solidFill>
                <a:latin typeface="Helvetica Neue"/>
                <a:ea typeface="Helvetica Neue"/>
                <a:cs typeface="Helvetica Neue"/>
              </a:defRPr>
            </a:lvl3pPr>
            <a:lvl4pPr>
              <a:defRPr sz="1050" b="0">
                <a:solidFill>
                  <a:srgbClr val="50665B"/>
                </a:solidFill>
                <a:latin typeface="Helvetica Neue"/>
                <a:ea typeface="Helvetica Neue"/>
                <a:cs typeface="Helvetica Neue"/>
              </a:defRPr>
            </a:lvl4pPr>
            <a:lvl5pPr>
              <a:defRPr sz="1050" b="0">
                <a:solidFill>
                  <a:srgbClr val="50665B"/>
                </a:solidFill>
                <a:latin typeface="Helvetica Neue"/>
                <a:ea typeface="Helvetica Neue"/>
                <a:cs typeface="Helvetica Neue"/>
              </a:defRPr>
            </a:lvl5pPr>
            <a:lvl6pPr>
              <a:defRPr sz="1050" b="0">
                <a:solidFill>
                  <a:srgbClr val="50665B"/>
                </a:solidFill>
                <a:latin typeface="Helvetica Neue"/>
                <a:ea typeface="Helvetica Neue"/>
                <a:cs typeface="Helvetica Neue"/>
              </a:defRPr>
            </a:lvl6pPr>
            <a:lvl7pPr>
              <a:defRPr sz="1050" b="0">
                <a:solidFill>
                  <a:srgbClr val="50665B"/>
                </a:solidFill>
                <a:latin typeface="Helvetica Neue"/>
                <a:ea typeface="Helvetica Neue"/>
                <a:cs typeface="Helvetica Neue"/>
              </a:defRPr>
            </a:lvl7pPr>
            <a:lvl8pPr>
              <a:defRPr sz="1050" b="0">
                <a:solidFill>
                  <a:srgbClr val="50665B"/>
                </a:solidFill>
                <a:latin typeface="Helvetica Neue"/>
                <a:ea typeface="Helvetica Neue"/>
                <a:cs typeface="Helvetica Neue"/>
              </a:defRPr>
            </a:lvl8pPr>
            <a:lvl9pPr>
              <a:defRPr sz="1050" b="0">
                <a:solidFill>
                  <a:srgbClr val="50665B"/>
                </a:solidFill>
                <a:latin typeface="Helvetica Neue"/>
                <a:ea typeface="Helvetica Neue"/>
                <a:cs typeface="Helvetica Neue"/>
              </a:defRPr>
            </a:lvl9pPr>
          </a:lstStyle>
          <a:p xmlns:a="http://schemas.openxmlformats.org/drawingml/2006/main">
            <a:pPr>
              <a:defRPr sz="1050" b="0">
                <a:solidFill>
                  <a:srgbClr val="50665B"/>
                </a:solidFill>
                <a:latin typeface="Helvetica Neue"/>
                <a:ea typeface="Helvetica Neue"/>
                <a:cs typeface="Helvetica Neue"/>
              </a:defRPr>
            </a:pPr>
            <a:r>
              <a:rPr sz="1050" b="0">
                <a:solidFill>
                  <a:srgbClr val="50665B"/>
                </a:solidFill>
                <a:latin typeface="Helvetica Neue"/>
                <a:ea typeface="Helvetica Neue"/>
                <a:cs typeface="Helvetica Neue"/>
              </a:rPr>
              <a:t>10</a:t>
            </a:r>
          </a:p>
        </p:txBody>
      </p:sp>
      <p:sp>
        <p:nvSpPr>
          <p:cNvPr id="5" name="">
            <a:extLst xmlns:a="http://schemas.openxmlformats.org/drawingml/2006/main">
              <a:ext uri="{FF2B5EF4-FFF2-40B4-BE49-F238E27FC236}">
                <a16:creationId xmlns:a16="http://schemas.microsoft.com/office/drawing/2014/main" id="{3D02820A-D9F5-4686-9B82-4CAE40B314BD}"/>
              </a:ext>
            </a:extLst>
          </p:cNvPr>
          <p:cNvSpPr>
            <a:spLocks xmlns:a="http://schemas.openxmlformats.org/drawingml/2006/main" noGrp="1"/>
          </p:cNvSpPr>
          <p:nvPr/>
        </p:nvSpPr>
        <p:spPr>
          <a:xfrm xmlns:a="http://schemas.openxmlformats.org/drawingml/2006/main">
            <a:off x="609600" y="2076450"/>
            <a:ext cx="328612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175" b="1">
                <a:solidFill>
                  <a:srgbClr val="2F7760"/>
                </a:solidFill>
                <a:latin typeface="Helvetica Neue"/>
                <a:ea typeface="Helvetica Neue"/>
                <a:cs typeface="Helvetica Neue"/>
              </a:defRPr>
            </a:defPPr>
            <a:lvl1pPr>
              <a:defRPr sz="2175" b="1">
                <a:solidFill>
                  <a:srgbClr val="2F7760"/>
                </a:solidFill>
                <a:latin typeface="Helvetica Neue"/>
                <a:ea typeface="Helvetica Neue"/>
                <a:cs typeface="Helvetica Neue"/>
              </a:defRPr>
            </a:lvl1pPr>
            <a:lvl2pPr>
              <a:defRPr sz="2175" b="1">
                <a:solidFill>
                  <a:srgbClr val="2F7760"/>
                </a:solidFill>
                <a:latin typeface="Helvetica Neue"/>
                <a:ea typeface="Helvetica Neue"/>
                <a:cs typeface="Helvetica Neue"/>
              </a:defRPr>
            </a:lvl2pPr>
            <a:lvl3pPr>
              <a:defRPr sz="2175" b="1">
                <a:solidFill>
                  <a:srgbClr val="2F7760"/>
                </a:solidFill>
                <a:latin typeface="Helvetica Neue"/>
                <a:ea typeface="Helvetica Neue"/>
                <a:cs typeface="Helvetica Neue"/>
              </a:defRPr>
            </a:lvl3pPr>
            <a:lvl4pPr>
              <a:defRPr sz="2175" b="1">
                <a:solidFill>
                  <a:srgbClr val="2F7760"/>
                </a:solidFill>
                <a:latin typeface="Helvetica Neue"/>
                <a:ea typeface="Helvetica Neue"/>
                <a:cs typeface="Helvetica Neue"/>
              </a:defRPr>
            </a:lvl4pPr>
            <a:lvl5pPr>
              <a:defRPr sz="2175" b="1">
                <a:solidFill>
                  <a:srgbClr val="2F7760"/>
                </a:solidFill>
                <a:latin typeface="Helvetica Neue"/>
                <a:ea typeface="Helvetica Neue"/>
                <a:cs typeface="Helvetica Neue"/>
              </a:defRPr>
            </a:lvl5pPr>
            <a:lvl6pPr>
              <a:defRPr sz="2175" b="1">
                <a:solidFill>
                  <a:srgbClr val="2F7760"/>
                </a:solidFill>
                <a:latin typeface="Helvetica Neue"/>
                <a:ea typeface="Helvetica Neue"/>
                <a:cs typeface="Helvetica Neue"/>
              </a:defRPr>
            </a:lvl6pPr>
            <a:lvl7pPr>
              <a:defRPr sz="2175" b="1">
                <a:solidFill>
                  <a:srgbClr val="2F7760"/>
                </a:solidFill>
                <a:latin typeface="Helvetica Neue"/>
                <a:ea typeface="Helvetica Neue"/>
                <a:cs typeface="Helvetica Neue"/>
              </a:defRPr>
            </a:lvl7pPr>
            <a:lvl8pPr>
              <a:defRPr sz="2175" b="1">
                <a:solidFill>
                  <a:srgbClr val="2F7760"/>
                </a:solidFill>
                <a:latin typeface="Helvetica Neue"/>
                <a:ea typeface="Helvetica Neue"/>
                <a:cs typeface="Helvetica Neue"/>
              </a:defRPr>
            </a:lvl8pPr>
            <a:lvl9pPr>
              <a:defRPr sz="2175" b="1">
                <a:solidFill>
                  <a:srgbClr val="2F7760"/>
                </a:solidFill>
                <a:latin typeface="Helvetica Neue"/>
                <a:ea typeface="Helvetica Neue"/>
                <a:cs typeface="Helvetica Neue"/>
              </a:defRPr>
            </a:lvl9pPr>
          </a:lstStyle>
          <a:p xmlns:a="http://schemas.openxmlformats.org/drawingml/2006/main">
            <a:pPr>
              <a:defRPr sz="2175" b="1">
                <a:solidFill>
                  <a:srgbClr val="2F7760"/>
                </a:solidFill>
                <a:latin typeface="Helvetica Neue"/>
                <a:ea typeface="Helvetica Neue"/>
                <a:cs typeface="Helvetica Neue"/>
              </a:defRPr>
            </a:pPr>
            <a:r>
              <a:rPr sz="2175" b="1">
                <a:solidFill>
                  <a:srgbClr val="2F7760"/>
                </a:solidFill>
                <a:latin typeface="Helvetica Neue"/>
                <a:ea typeface="Helvetica Neue"/>
                <a:cs typeface="Helvetica Neue"/>
              </a:rPr>
              <a:t>First buyer</a:t>
            </a:r>
          </a:p>
        </p:txBody>
      </p:sp>
      <p:sp>
        <p:nvSpPr>
          <p:cNvPr id="6" name="">
            <a:extLst xmlns:a="http://schemas.openxmlformats.org/drawingml/2006/main">
              <a:ext uri="{FF2B5EF4-FFF2-40B4-BE49-F238E27FC236}">
                <a16:creationId xmlns:a16="http://schemas.microsoft.com/office/drawing/2014/main" id="{FD2F2B24-74E8-42BA-8B6E-25CC6B565586}"/>
              </a:ext>
            </a:extLst>
          </p:cNvPr>
          <p:cNvSpPr>
            <a:spLocks xmlns:a="http://schemas.openxmlformats.org/drawingml/2006/main" noGrp="1"/>
          </p:cNvSpPr>
          <p:nvPr/>
        </p:nvSpPr>
        <p:spPr>
          <a:xfrm xmlns:a="http://schemas.openxmlformats.org/drawingml/2006/main">
            <a:off x="609600" y="2752725"/>
            <a:ext cx="3286125"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025" b="0">
                <a:solidFill>
                  <a:srgbClr val="14362D"/>
                </a:solidFill>
                <a:latin typeface="Helvetica Neue"/>
                <a:ea typeface="Helvetica Neue"/>
                <a:cs typeface="Helvetica Neue"/>
              </a:defRPr>
            </a:defPPr>
            <a:lvl1pPr>
              <a:defRPr sz="2025" b="0">
                <a:solidFill>
                  <a:srgbClr val="14362D"/>
                </a:solidFill>
                <a:latin typeface="Helvetica Neue"/>
                <a:ea typeface="Helvetica Neue"/>
                <a:cs typeface="Helvetica Neue"/>
              </a:defRPr>
            </a:lvl1pPr>
            <a:lvl2pPr>
              <a:defRPr sz="2025" b="0">
                <a:solidFill>
                  <a:srgbClr val="14362D"/>
                </a:solidFill>
                <a:latin typeface="Helvetica Neue"/>
                <a:ea typeface="Helvetica Neue"/>
                <a:cs typeface="Helvetica Neue"/>
              </a:defRPr>
            </a:lvl2pPr>
            <a:lvl3pPr>
              <a:defRPr sz="2025" b="0">
                <a:solidFill>
                  <a:srgbClr val="14362D"/>
                </a:solidFill>
                <a:latin typeface="Helvetica Neue"/>
                <a:ea typeface="Helvetica Neue"/>
                <a:cs typeface="Helvetica Neue"/>
              </a:defRPr>
            </a:lvl3pPr>
            <a:lvl4pPr>
              <a:defRPr sz="2025" b="0">
                <a:solidFill>
                  <a:srgbClr val="14362D"/>
                </a:solidFill>
                <a:latin typeface="Helvetica Neue"/>
                <a:ea typeface="Helvetica Neue"/>
                <a:cs typeface="Helvetica Neue"/>
              </a:defRPr>
            </a:lvl4pPr>
            <a:lvl5pPr>
              <a:defRPr sz="2025" b="0">
                <a:solidFill>
                  <a:srgbClr val="14362D"/>
                </a:solidFill>
                <a:latin typeface="Helvetica Neue"/>
                <a:ea typeface="Helvetica Neue"/>
                <a:cs typeface="Helvetica Neue"/>
              </a:defRPr>
            </a:lvl5pPr>
            <a:lvl6pPr>
              <a:defRPr sz="2025" b="0">
                <a:solidFill>
                  <a:srgbClr val="14362D"/>
                </a:solidFill>
                <a:latin typeface="Helvetica Neue"/>
                <a:ea typeface="Helvetica Neue"/>
                <a:cs typeface="Helvetica Neue"/>
              </a:defRPr>
            </a:lvl6pPr>
            <a:lvl7pPr>
              <a:defRPr sz="2025" b="0">
                <a:solidFill>
                  <a:srgbClr val="14362D"/>
                </a:solidFill>
                <a:latin typeface="Helvetica Neue"/>
                <a:ea typeface="Helvetica Neue"/>
                <a:cs typeface="Helvetica Neue"/>
              </a:defRPr>
            </a:lvl7pPr>
            <a:lvl8pPr>
              <a:defRPr sz="2025" b="0">
                <a:solidFill>
                  <a:srgbClr val="14362D"/>
                </a:solidFill>
                <a:latin typeface="Helvetica Neue"/>
                <a:ea typeface="Helvetica Neue"/>
                <a:cs typeface="Helvetica Neue"/>
              </a:defRPr>
            </a:lvl8pPr>
            <a:lvl9pPr>
              <a:defRPr sz="2025" b="0">
                <a:solidFill>
                  <a:srgbClr val="14362D"/>
                </a:solidFill>
                <a:latin typeface="Helvetica Neue"/>
                <a:ea typeface="Helvetica Neue"/>
                <a:cs typeface="Helvetica Neue"/>
              </a:defRPr>
            </a:lvl9pPr>
          </a:lstStyle>
          <a:p xmlns:a="http://schemas.openxmlformats.org/drawingml/2006/main">
            <a:pPr>
              <a:defRPr sz="2025" b="0">
                <a:solidFill>
                  <a:srgbClr val="14362D"/>
                </a:solidFill>
                <a:latin typeface="Helvetica Neue"/>
                <a:ea typeface="Helvetica Neue"/>
                <a:cs typeface="Helvetica Neue"/>
              </a:defRPr>
            </a:pPr>
            <a:r>
              <a:rPr sz="2025" b="0">
                <a:solidFill>
                  <a:srgbClr val="14362D"/>
                </a:solidFill>
                <a:latin typeface="Helvetica Neue"/>
                <a:ea typeface="Helvetica Neue"/>
                <a:cs typeface="Helvetica Neue"/>
              </a:rPr>
              <a:t>Independent creators</a:t>
            </a:r>
          </a:p>
          <a:p xmlns:a="http://schemas.openxmlformats.org/drawingml/2006/main">
            <a:pPr>
              <a:defRPr sz="2025" b="0">
                <a:solidFill>
                  <a:srgbClr val="14362D"/>
                </a:solidFill>
                <a:latin typeface="Helvetica Neue"/>
                <a:ea typeface="Helvetica Neue"/>
                <a:cs typeface="Helvetica Neue"/>
              </a:defRPr>
            </a:pPr>
            <a:r>
              <a:rPr sz="2025" b="0">
                <a:solidFill>
                  <a:srgbClr val="14362D"/>
                </a:solidFill>
                <a:latin typeface="Helvetica Neue"/>
                <a:ea typeface="Helvetica Neue"/>
                <a:cs typeface="Helvetica Neue"/>
              </a:rPr>
              <a:t>and small IP teams</a:t>
            </a:r>
          </a:p>
          <a:p xmlns:a="http://schemas.openxmlformats.org/drawingml/2006/main">
            <a:pPr>
              <a:defRPr sz="2025" b="0">
                <a:solidFill>
                  <a:srgbClr val="14362D"/>
                </a:solidFill>
                <a:latin typeface="Helvetica Neue"/>
                <a:ea typeface="Helvetica Neue"/>
                <a:cs typeface="Helvetica Neue"/>
              </a:defRPr>
            </a:pPr>
            <a:r>
              <a:rPr sz="2025" b="0">
                <a:solidFill>
                  <a:srgbClr val="14362D"/>
                </a:solidFill>
                <a:latin typeface="Helvetica Neue"/>
                <a:ea typeface="Helvetica Neue"/>
                <a:cs typeface="Helvetica Neue"/>
              </a:rPr>
              <a:t>with established worlds</a:t>
            </a:r>
          </a:p>
        </p:txBody>
      </p:sp>
      <p:sp>
        <p:nvSpPr>
          <p:cNvPr id="7" name="">
            <a:extLst xmlns:a="http://schemas.openxmlformats.org/drawingml/2006/main">
              <a:ext uri="{FF2B5EF4-FFF2-40B4-BE49-F238E27FC236}">
                <a16:creationId xmlns:a16="http://schemas.microsoft.com/office/drawing/2014/main" id="{8DCE31F4-1F23-4ABD-B713-27788270807C}"/>
              </a:ext>
            </a:extLst>
          </p:cNvPr>
          <p:cNvSpPr>
            <a:spLocks xmlns:a="http://schemas.openxmlformats.org/drawingml/2006/main" noGrp="1"/>
          </p:cNvSpPr>
          <p:nvPr/>
        </p:nvSpPr>
        <p:spPr>
          <a:xfrm xmlns:a="http://schemas.openxmlformats.org/drawingml/2006/main">
            <a:off x="4457700" y="2076450"/>
            <a:ext cx="328612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175" b="1">
                <a:solidFill>
                  <a:srgbClr val="2F7760"/>
                </a:solidFill>
                <a:latin typeface="Helvetica Neue"/>
                <a:ea typeface="Helvetica Neue"/>
                <a:cs typeface="Helvetica Neue"/>
              </a:defRPr>
            </a:defPPr>
            <a:lvl1pPr>
              <a:defRPr sz="2175" b="1">
                <a:solidFill>
                  <a:srgbClr val="2F7760"/>
                </a:solidFill>
                <a:latin typeface="Helvetica Neue"/>
                <a:ea typeface="Helvetica Neue"/>
                <a:cs typeface="Helvetica Neue"/>
              </a:defRPr>
            </a:lvl1pPr>
            <a:lvl2pPr>
              <a:defRPr sz="2175" b="1">
                <a:solidFill>
                  <a:srgbClr val="2F7760"/>
                </a:solidFill>
                <a:latin typeface="Helvetica Neue"/>
                <a:ea typeface="Helvetica Neue"/>
                <a:cs typeface="Helvetica Neue"/>
              </a:defRPr>
            </a:lvl2pPr>
            <a:lvl3pPr>
              <a:defRPr sz="2175" b="1">
                <a:solidFill>
                  <a:srgbClr val="2F7760"/>
                </a:solidFill>
                <a:latin typeface="Helvetica Neue"/>
                <a:ea typeface="Helvetica Neue"/>
                <a:cs typeface="Helvetica Neue"/>
              </a:defRPr>
            </a:lvl3pPr>
            <a:lvl4pPr>
              <a:defRPr sz="2175" b="1">
                <a:solidFill>
                  <a:srgbClr val="2F7760"/>
                </a:solidFill>
                <a:latin typeface="Helvetica Neue"/>
                <a:ea typeface="Helvetica Neue"/>
                <a:cs typeface="Helvetica Neue"/>
              </a:defRPr>
            </a:lvl4pPr>
            <a:lvl5pPr>
              <a:defRPr sz="2175" b="1">
                <a:solidFill>
                  <a:srgbClr val="2F7760"/>
                </a:solidFill>
                <a:latin typeface="Helvetica Neue"/>
                <a:ea typeface="Helvetica Neue"/>
                <a:cs typeface="Helvetica Neue"/>
              </a:defRPr>
            </a:lvl5pPr>
            <a:lvl6pPr>
              <a:defRPr sz="2175" b="1">
                <a:solidFill>
                  <a:srgbClr val="2F7760"/>
                </a:solidFill>
                <a:latin typeface="Helvetica Neue"/>
                <a:ea typeface="Helvetica Neue"/>
                <a:cs typeface="Helvetica Neue"/>
              </a:defRPr>
            </a:lvl6pPr>
            <a:lvl7pPr>
              <a:defRPr sz="2175" b="1">
                <a:solidFill>
                  <a:srgbClr val="2F7760"/>
                </a:solidFill>
                <a:latin typeface="Helvetica Neue"/>
                <a:ea typeface="Helvetica Neue"/>
                <a:cs typeface="Helvetica Neue"/>
              </a:defRPr>
            </a:lvl7pPr>
            <a:lvl8pPr>
              <a:defRPr sz="2175" b="1">
                <a:solidFill>
                  <a:srgbClr val="2F7760"/>
                </a:solidFill>
                <a:latin typeface="Helvetica Neue"/>
                <a:ea typeface="Helvetica Neue"/>
                <a:cs typeface="Helvetica Neue"/>
              </a:defRPr>
            </a:lvl8pPr>
            <a:lvl9pPr>
              <a:defRPr sz="2175" b="1">
                <a:solidFill>
                  <a:srgbClr val="2F7760"/>
                </a:solidFill>
                <a:latin typeface="Helvetica Neue"/>
                <a:ea typeface="Helvetica Neue"/>
                <a:cs typeface="Helvetica Neue"/>
              </a:defRPr>
            </a:lvl9pPr>
          </a:lstStyle>
          <a:p xmlns:a="http://schemas.openxmlformats.org/drawingml/2006/main">
            <a:pPr>
              <a:defRPr sz="2175" b="1">
                <a:solidFill>
                  <a:srgbClr val="2F7760"/>
                </a:solidFill>
                <a:latin typeface="Helvetica Neue"/>
                <a:ea typeface="Helvetica Neue"/>
                <a:cs typeface="Helvetica Neue"/>
              </a:defRPr>
            </a:pPr>
            <a:r>
              <a:rPr sz="2175" b="1">
                <a:solidFill>
                  <a:srgbClr val="2F7760"/>
                </a:solidFill>
                <a:latin typeface="Helvetica Neue"/>
                <a:ea typeface="Helvetica Neue"/>
                <a:cs typeface="Helvetica Neue"/>
              </a:rPr>
              <a:t>First use case</a:t>
            </a:r>
          </a:p>
        </p:txBody>
      </p:sp>
      <p:sp>
        <p:nvSpPr>
          <p:cNvPr id="8" name="">
            <a:extLst xmlns:a="http://schemas.openxmlformats.org/drawingml/2006/main">
              <a:ext uri="{FF2B5EF4-FFF2-40B4-BE49-F238E27FC236}">
                <a16:creationId xmlns:a16="http://schemas.microsoft.com/office/drawing/2014/main" id="{F95C3336-42B2-45C8-AEE4-EFC72A1F8F64}"/>
              </a:ext>
            </a:extLst>
          </p:cNvPr>
          <p:cNvSpPr>
            <a:spLocks xmlns:a="http://schemas.openxmlformats.org/drawingml/2006/main" noGrp="1"/>
          </p:cNvSpPr>
          <p:nvPr/>
        </p:nvSpPr>
        <p:spPr>
          <a:xfrm xmlns:a="http://schemas.openxmlformats.org/drawingml/2006/main">
            <a:off x="4457700" y="2752725"/>
            <a:ext cx="3286125"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025" b="0">
                <a:solidFill>
                  <a:srgbClr val="14362D"/>
                </a:solidFill>
                <a:latin typeface="Helvetica Neue"/>
                <a:ea typeface="Helvetica Neue"/>
                <a:cs typeface="Helvetica Neue"/>
              </a:defRPr>
            </a:defPPr>
            <a:lvl1pPr>
              <a:defRPr sz="2025" b="0">
                <a:solidFill>
                  <a:srgbClr val="14362D"/>
                </a:solidFill>
                <a:latin typeface="Helvetica Neue"/>
                <a:ea typeface="Helvetica Neue"/>
                <a:cs typeface="Helvetica Neue"/>
              </a:defRPr>
            </a:lvl1pPr>
            <a:lvl2pPr>
              <a:defRPr sz="2025" b="0">
                <a:solidFill>
                  <a:srgbClr val="14362D"/>
                </a:solidFill>
                <a:latin typeface="Helvetica Neue"/>
                <a:ea typeface="Helvetica Neue"/>
                <a:cs typeface="Helvetica Neue"/>
              </a:defRPr>
            </a:lvl2pPr>
            <a:lvl3pPr>
              <a:defRPr sz="2025" b="0">
                <a:solidFill>
                  <a:srgbClr val="14362D"/>
                </a:solidFill>
                <a:latin typeface="Helvetica Neue"/>
                <a:ea typeface="Helvetica Neue"/>
                <a:cs typeface="Helvetica Neue"/>
              </a:defRPr>
            </a:lvl3pPr>
            <a:lvl4pPr>
              <a:defRPr sz="2025" b="0">
                <a:solidFill>
                  <a:srgbClr val="14362D"/>
                </a:solidFill>
                <a:latin typeface="Helvetica Neue"/>
                <a:ea typeface="Helvetica Neue"/>
                <a:cs typeface="Helvetica Neue"/>
              </a:defRPr>
            </a:lvl4pPr>
            <a:lvl5pPr>
              <a:defRPr sz="2025" b="0">
                <a:solidFill>
                  <a:srgbClr val="14362D"/>
                </a:solidFill>
                <a:latin typeface="Helvetica Neue"/>
                <a:ea typeface="Helvetica Neue"/>
                <a:cs typeface="Helvetica Neue"/>
              </a:defRPr>
            </a:lvl5pPr>
            <a:lvl6pPr>
              <a:defRPr sz="2025" b="0">
                <a:solidFill>
                  <a:srgbClr val="14362D"/>
                </a:solidFill>
                <a:latin typeface="Helvetica Neue"/>
                <a:ea typeface="Helvetica Neue"/>
                <a:cs typeface="Helvetica Neue"/>
              </a:defRPr>
            </a:lvl6pPr>
            <a:lvl7pPr>
              <a:defRPr sz="2025" b="0">
                <a:solidFill>
                  <a:srgbClr val="14362D"/>
                </a:solidFill>
                <a:latin typeface="Helvetica Neue"/>
                <a:ea typeface="Helvetica Neue"/>
                <a:cs typeface="Helvetica Neue"/>
              </a:defRPr>
            </a:lvl7pPr>
            <a:lvl8pPr>
              <a:defRPr sz="2025" b="0">
                <a:solidFill>
                  <a:srgbClr val="14362D"/>
                </a:solidFill>
                <a:latin typeface="Helvetica Neue"/>
                <a:ea typeface="Helvetica Neue"/>
                <a:cs typeface="Helvetica Neue"/>
              </a:defRPr>
            </a:lvl8pPr>
            <a:lvl9pPr>
              <a:defRPr sz="2025" b="0">
                <a:solidFill>
                  <a:srgbClr val="14362D"/>
                </a:solidFill>
                <a:latin typeface="Helvetica Neue"/>
                <a:ea typeface="Helvetica Neue"/>
                <a:cs typeface="Helvetica Neue"/>
              </a:defRPr>
            </a:lvl9pPr>
          </a:lstStyle>
          <a:p xmlns:a="http://schemas.openxmlformats.org/drawingml/2006/main">
            <a:pPr>
              <a:defRPr sz="2025" b="0">
                <a:solidFill>
                  <a:srgbClr val="14362D"/>
                </a:solidFill>
                <a:latin typeface="Helvetica Neue"/>
                <a:ea typeface="Helvetica Neue"/>
                <a:cs typeface="Helvetica Neue"/>
              </a:defRPr>
            </a:pPr>
            <a:r>
              <a:rPr sz="2025" b="0">
                <a:solidFill>
                  <a:srgbClr val="14362D"/>
                </a:solidFill>
                <a:latin typeface="Helvetica Neue"/>
                <a:ea typeface="Helvetica Neue"/>
                <a:cs typeface="Helvetica Neue"/>
              </a:rPr>
              <a:t>An observation page</a:t>
            </a:r>
          </a:p>
          <a:p xmlns:a="http://schemas.openxmlformats.org/drawingml/2006/main">
            <a:pPr>
              <a:defRPr sz="2025" b="0">
                <a:solidFill>
                  <a:srgbClr val="14362D"/>
                </a:solidFill>
                <a:latin typeface="Helvetica Neue"/>
                <a:ea typeface="Helvetica Neue"/>
                <a:cs typeface="Helvetica Neue"/>
              </a:defRPr>
            </a:pPr>
            <a:r>
              <a:rPr sz="2025" b="0">
                <a:solidFill>
                  <a:srgbClr val="14362D"/>
                </a:solidFill>
                <a:latin typeface="Helvetica Neue"/>
                <a:ea typeface="Helvetica Neue"/>
                <a:cs typeface="Helvetica Neue"/>
              </a:rPr>
              <a:t>linked from an existing</a:t>
            </a:r>
          </a:p>
          <a:p xmlns:a="http://schemas.openxmlformats.org/drawingml/2006/main">
            <a:pPr>
              <a:defRPr sz="2025" b="0">
                <a:solidFill>
                  <a:srgbClr val="14362D"/>
                </a:solidFill>
                <a:latin typeface="Helvetica Neue"/>
                <a:ea typeface="Helvetica Neue"/>
                <a:cs typeface="Helvetica Neue"/>
              </a:defRPr>
            </a:pPr>
            <a:r>
              <a:rPr sz="2025" b="0">
                <a:solidFill>
                  <a:srgbClr val="14362D"/>
                </a:solidFill>
                <a:latin typeface="Helvetica Neue"/>
                <a:ea typeface="Helvetica Neue"/>
                <a:cs typeface="Helvetica Neue"/>
              </a:rPr>
              <a:t>world or story site</a:t>
            </a:r>
          </a:p>
        </p:txBody>
      </p:sp>
      <p:sp>
        <p:nvSpPr>
          <p:cNvPr id="9" name="">
            <a:extLst xmlns:a="http://schemas.openxmlformats.org/drawingml/2006/main">
              <a:ext uri="{FF2B5EF4-FFF2-40B4-BE49-F238E27FC236}">
                <a16:creationId xmlns:a16="http://schemas.microsoft.com/office/drawing/2014/main" id="{BD4A769E-3EF6-4073-8BEA-A98749D5C584}"/>
              </a:ext>
            </a:extLst>
          </p:cNvPr>
          <p:cNvSpPr>
            <a:spLocks xmlns:a="http://schemas.openxmlformats.org/drawingml/2006/main" noGrp="1"/>
          </p:cNvSpPr>
          <p:nvPr/>
        </p:nvSpPr>
        <p:spPr>
          <a:xfrm xmlns:a="http://schemas.openxmlformats.org/drawingml/2006/main">
            <a:off x="8305800" y="2076450"/>
            <a:ext cx="32766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175" b="1">
                <a:solidFill>
                  <a:srgbClr val="2F7760"/>
                </a:solidFill>
                <a:latin typeface="Helvetica Neue"/>
                <a:ea typeface="Helvetica Neue"/>
                <a:cs typeface="Helvetica Neue"/>
              </a:defRPr>
            </a:defPPr>
            <a:lvl1pPr>
              <a:defRPr sz="2175" b="1">
                <a:solidFill>
                  <a:srgbClr val="2F7760"/>
                </a:solidFill>
                <a:latin typeface="Helvetica Neue"/>
                <a:ea typeface="Helvetica Neue"/>
                <a:cs typeface="Helvetica Neue"/>
              </a:defRPr>
            </a:lvl1pPr>
            <a:lvl2pPr>
              <a:defRPr sz="2175" b="1">
                <a:solidFill>
                  <a:srgbClr val="2F7760"/>
                </a:solidFill>
                <a:latin typeface="Helvetica Neue"/>
                <a:ea typeface="Helvetica Neue"/>
                <a:cs typeface="Helvetica Neue"/>
              </a:defRPr>
            </a:lvl2pPr>
            <a:lvl3pPr>
              <a:defRPr sz="2175" b="1">
                <a:solidFill>
                  <a:srgbClr val="2F7760"/>
                </a:solidFill>
                <a:latin typeface="Helvetica Neue"/>
                <a:ea typeface="Helvetica Neue"/>
                <a:cs typeface="Helvetica Neue"/>
              </a:defRPr>
            </a:lvl3pPr>
            <a:lvl4pPr>
              <a:defRPr sz="2175" b="1">
                <a:solidFill>
                  <a:srgbClr val="2F7760"/>
                </a:solidFill>
                <a:latin typeface="Helvetica Neue"/>
                <a:ea typeface="Helvetica Neue"/>
                <a:cs typeface="Helvetica Neue"/>
              </a:defRPr>
            </a:lvl4pPr>
            <a:lvl5pPr>
              <a:defRPr sz="2175" b="1">
                <a:solidFill>
                  <a:srgbClr val="2F7760"/>
                </a:solidFill>
                <a:latin typeface="Helvetica Neue"/>
                <a:ea typeface="Helvetica Neue"/>
                <a:cs typeface="Helvetica Neue"/>
              </a:defRPr>
            </a:lvl5pPr>
            <a:lvl6pPr>
              <a:defRPr sz="2175" b="1">
                <a:solidFill>
                  <a:srgbClr val="2F7760"/>
                </a:solidFill>
                <a:latin typeface="Helvetica Neue"/>
                <a:ea typeface="Helvetica Neue"/>
                <a:cs typeface="Helvetica Neue"/>
              </a:defRPr>
            </a:lvl6pPr>
            <a:lvl7pPr>
              <a:defRPr sz="2175" b="1">
                <a:solidFill>
                  <a:srgbClr val="2F7760"/>
                </a:solidFill>
                <a:latin typeface="Helvetica Neue"/>
                <a:ea typeface="Helvetica Neue"/>
                <a:cs typeface="Helvetica Neue"/>
              </a:defRPr>
            </a:lvl7pPr>
            <a:lvl8pPr>
              <a:defRPr sz="2175" b="1">
                <a:solidFill>
                  <a:srgbClr val="2F7760"/>
                </a:solidFill>
                <a:latin typeface="Helvetica Neue"/>
                <a:ea typeface="Helvetica Neue"/>
                <a:cs typeface="Helvetica Neue"/>
              </a:defRPr>
            </a:lvl8pPr>
            <a:lvl9pPr>
              <a:defRPr sz="2175" b="1">
                <a:solidFill>
                  <a:srgbClr val="2F7760"/>
                </a:solidFill>
                <a:latin typeface="Helvetica Neue"/>
                <a:ea typeface="Helvetica Neue"/>
                <a:cs typeface="Helvetica Neue"/>
              </a:defRPr>
            </a:lvl9pPr>
          </a:lstStyle>
          <a:p xmlns:a="http://schemas.openxmlformats.org/drawingml/2006/main">
            <a:pPr>
              <a:defRPr sz="2175" b="1">
                <a:solidFill>
                  <a:srgbClr val="2F7760"/>
                </a:solidFill>
                <a:latin typeface="Helvetica Neue"/>
                <a:ea typeface="Helvetica Neue"/>
                <a:cs typeface="Helvetica Neue"/>
              </a:defRPr>
            </a:pPr>
            <a:r>
              <a:rPr sz="2175" b="1">
                <a:solidFill>
                  <a:srgbClr val="2F7760"/>
                </a:solidFill>
                <a:latin typeface="Helvetica Neue"/>
                <a:ea typeface="Helvetica Neue"/>
                <a:cs typeface="Helvetica Neue"/>
              </a:rPr>
              <a:t>Possible model</a:t>
            </a:r>
          </a:p>
        </p:txBody>
      </p:sp>
      <p:sp>
        <p:nvSpPr>
          <p:cNvPr id="10" name="">
            <a:extLst xmlns:a="http://schemas.openxmlformats.org/drawingml/2006/main">
              <a:ext uri="{FF2B5EF4-FFF2-40B4-BE49-F238E27FC236}">
                <a16:creationId xmlns:a16="http://schemas.microsoft.com/office/drawing/2014/main" id="{70020510-A5F4-4829-8C38-69A07115E8F0}"/>
              </a:ext>
            </a:extLst>
          </p:cNvPr>
          <p:cNvSpPr>
            <a:spLocks xmlns:a="http://schemas.openxmlformats.org/drawingml/2006/main" noGrp="1"/>
          </p:cNvSpPr>
          <p:nvPr/>
        </p:nvSpPr>
        <p:spPr>
          <a:xfrm xmlns:a="http://schemas.openxmlformats.org/drawingml/2006/main">
            <a:off x="8305800" y="2752725"/>
            <a:ext cx="327660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025" b="0">
                <a:solidFill>
                  <a:srgbClr val="14362D"/>
                </a:solidFill>
                <a:latin typeface="Helvetica Neue"/>
                <a:ea typeface="Helvetica Neue"/>
                <a:cs typeface="Helvetica Neue"/>
              </a:defRPr>
            </a:defPPr>
            <a:lvl1pPr>
              <a:defRPr sz="2025" b="0">
                <a:solidFill>
                  <a:srgbClr val="14362D"/>
                </a:solidFill>
                <a:latin typeface="Helvetica Neue"/>
                <a:ea typeface="Helvetica Neue"/>
                <a:cs typeface="Helvetica Neue"/>
              </a:defRPr>
            </a:lvl1pPr>
            <a:lvl2pPr>
              <a:defRPr sz="2025" b="0">
                <a:solidFill>
                  <a:srgbClr val="14362D"/>
                </a:solidFill>
                <a:latin typeface="Helvetica Neue"/>
                <a:ea typeface="Helvetica Neue"/>
                <a:cs typeface="Helvetica Neue"/>
              </a:defRPr>
            </a:lvl2pPr>
            <a:lvl3pPr>
              <a:defRPr sz="2025" b="0">
                <a:solidFill>
                  <a:srgbClr val="14362D"/>
                </a:solidFill>
                <a:latin typeface="Helvetica Neue"/>
                <a:ea typeface="Helvetica Neue"/>
                <a:cs typeface="Helvetica Neue"/>
              </a:defRPr>
            </a:lvl3pPr>
            <a:lvl4pPr>
              <a:defRPr sz="2025" b="0">
                <a:solidFill>
                  <a:srgbClr val="14362D"/>
                </a:solidFill>
                <a:latin typeface="Helvetica Neue"/>
                <a:ea typeface="Helvetica Neue"/>
                <a:cs typeface="Helvetica Neue"/>
              </a:defRPr>
            </a:lvl4pPr>
            <a:lvl5pPr>
              <a:defRPr sz="2025" b="0">
                <a:solidFill>
                  <a:srgbClr val="14362D"/>
                </a:solidFill>
                <a:latin typeface="Helvetica Neue"/>
                <a:ea typeface="Helvetica Neue"/>
                <a:cs typeface="Helvetica Neue"/>
              </a:defRPr>
            </a:lvl5pPr>
            <a:lvl6pPr>
              <a:defRPr sz="2025" b="0">
                <a:solidFill>
                  <a:srgbClr val="14362D"/>
                </a:solidFill>
                <a:latin typeface="Helvetica Neue"/>
                <a:ea typeface="Helvetica Neue"/>
                <a:cs typeface="Helvetica Neue"/>
              </a:defRPr>
            </a:lvl6pPr>
            <a:lvl7pPr>
              <a:defRPr sz="2025" b="0">
                <a:solidFill>
                  <a:srgbClr val="14362D"/>
                </a:solidFill>
                <a:latin typeface="Helvetica Neue"/>
                <a:ea typeface="Helvetica Neue"/>
                <a:cs typeface="Helvetica Neue"/>
              </a:defRPr>
            </a:lvl7pPr>
            <a:lvl8pPr>
              <a:defRPr sz="2025" b="0">
                <a:solidFill>
                  <a:srgbClr val="14362D"/>
                </a:solidFill>
                <a:latin typeface="Helvetica Neue"/>
                <a:ea typeface="Helvetica Neue"/>
                <a:cs typeface="Helvetica Neue"/>
              </a:defRPr>
            </a:lvl8pPr>
            <a:lvl9pPr>
              <a:defRPr sz="2025" b="0">
                <a:solidFill>
                  <a:srgbClr val="14362D"/>
                </a:solidFill>
                <a:latin typeface="Helvetica Neue"/>
                <a:ea typeface="Helvetica Neue"/>
                <a:cs typeface="Helvetica Neue"/>
              </a:defRPr>
            </a:lvl9pPr>
          </a:lstStyle>
          <a:p xmlns:a="http://schemas.openxmlformats.org/drawingml/2006/main">
            <a:pPr>
              <a:defRPr sz="2025" b="0">
                <a:solidFill>
                  <a:srgbClr val="14362D"/>
                </a:solidFill>
                <a:latin typeface="Helvetica Neue"/>
                <a:ea typeface="Helvetica Neue"/>
                <a:cs typeface="Helvetica Neue"/>
              </a:defRPr>
            </a:pPr>
            <a:r>
              <a:rPr sz="2025" b="0">
                <a:solidFill>
                  <a:srgbClr val="14362D"/>
                </a:solidFill>
                <a:latin typeface="Helvetica Neue"/>
                <a:ea typeface="Helvetica Neue"/>
                <a:cs typeface="Helvetica Neue"/>
              </a:rPr>
              <a:t>Creator subscription</a:t>
            </a:r>
          </a:p>
          <a:p xmlns:a="http://schemas.openxmlformats.org/drawingml/2006/main">
            <a:pPr>
              <a:defRPr sz="2025" b="0">
                <a:solidFill>
                  <a:srgbClr val="14362D"/>
                </a:solidFill>
                <a:latin typeface="Helvetica Neue"/>
                <a:ea typeface="Helvetica Neue"/>
                <a:cs typeface="Helvetica Neue"/>
              </a:defRPr>
            </a:pPr>
            <a:r>
              <a:rPr sz="2025" b="0">
                <a:solidFill>
                  <a:srgbClr val="14362D"/>
                </a:solidFill>
                <a:latin typeface="Helvetica Neue"/>
                <a:ea typeface="Helvetica Neue"/>
                <a:cs typeface="Helvetica Neue"/>
              </a:rPr>
              <a:t>plus metered video use</a:t>
            </a:r>
          </a:p>
          <a:p xmlns:a="http://schemas.openxmlformats.org/drawingml/2006/main">
            <a:pPr>
              <a:defRPr sz="2025" b="0">
                <a:solidFill>
                  <a:srgbClr val="14362D"/>
                </a:solidFill>
                <a:latin typeface="Helvetica Neue"/>
                <a:ea typeface="Helvetica Neue"/>
                <a:cs typeface="Helvetica Neue"/>
              </a:defRPr>
            </a:pPr>
            <a:r>
              <a:rPr sz="2025" b="0">
                <a:solidFill>
                  <a:srgbClr val="14362D"/>
                </a:solidFill>
                <a:latin typeface="Helvetica Neue"/>
                <a:ea typeface="Helvetica Neue"/>
                <a:cs typeface="Helvetica Neue"/>
              </a:rPr>
              <a:t>or observation credits</a:t>
            </a:r>
          </a:p>
        </p:txBody>
      </p:sp>
      <p:sp>
        <p:nvSpPr>
          <p:cNvPr id="11" name="">
            <a:extLst xmlns:a="http://schemas.openxmlformats.org/drawingml/2006/main">
              <a:ext uri="{FF2B5EF4-FFF2-40B4-BE49-F238E27FC236}">
                <a16:creationId xmlns:a16="http://schemas.microsoft.com/office/drawing/2014/main" id="{8D02F808-3448-4325-91EE-005F213A7725}"/>
              </a:ext>
            </a:extLst>
          </p:cNvPr>
          <p:cNvSpPr>
            <a:spLocks xmlns:a="http://schemas.openxmlformats.org/drawingml/2006/main" noGrp="1"/>
          </p:cNvSpPr>
          <p:nvPr/>
        </p:nvSpPr>
        <p:spPr>
          <a:xfrm xmlns:a="http://schemas.openxmlformats.org/drawingml/2006/main">
            <a:off x="609600" y="4857750"/>
            <a:ext cx="10972800" cy="9525"/>
          </a:xfrm>
          <a:prstGeom xmlns:a="http://schemas.openxmlformats.org/drawingml/2006/main" prst="rect">
            <a:avLst/>
          </a:prstGeom>
          <a:solidFill xmlns:a="http://schemas.openxmlformats.org/drawingml/2006/main">
            <a:srgbClr val="C5CCC1"/>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B618203-2192-4E4A-BD80-90B9BB812FA2}"/>
              </a:ext>
            </a:extLst>
          </p:cNvPr>
          <p:cNvSpPr>
            <a:spLocks xmlns:a="http://schemas.openxmlformats.org/drawingml/2006/main" noGrp="1"/>
          </p:cNvSpPr>
          <p:nvPr/>
        </p:nvSpPr>
        <p:spPr>
          <a:xfrm xmlns:a="http://schemas.openxmlformats.org/drawingml/2006/main">
            <a:off x="609600" y="5200650"/>
            <a:ext cx="10668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100" b="1">
                <a:solidFill>
                  <a:srgbClr val="14362D"/>
                </a:solidFill>
                <a:latin typeface="Helvetica Neue"/>
                <a:ea typeface="Helvetica Neue"/>
                <a:cs typeface="Helvetica Neue"/>
              </a:defRPr>
            </a:defPPr>
            <a:lvl1pPr>
              <a:defRPr sz="2100" b="1">
                <a:solidFill>
                  <a:srgbClr val="14362D"/>
                </a:solidFill>
                <a:latin typeface="Helvetica Neue"/>
                <a:ea typeface="Helvetica Neue"/>
                <a:cs typeface="Helvetica Neue"/>
              </a:defRPr>
            </a:lvl1pPr>
            <a:lvl2pPr>
              <a:defRPr sz="2100" b="1">
                <a:solidFill>
                  <a:srgbClr val="14362D"/>
                </a:solidFill>
                <a:latin typeface="Helvetica Neue"/>
                <a:ea typeface="Helvetica Neue"/>
                <a:cs typeface="Helvetica Neue"/>
              </a:defRPr>
            </a:lvl2pPr>
            <a:lvl3pPr>
              <a:defRPr sz="2100" b="1">
                <a:solidFill>
                  <a:srgbClr val="14362D"/>
                </a:solidFill>
                <a:latin typeface="Helvetica Neue"/>
                <a:ea typeface="Helvetica Neue"/>
                <a:cs typeface="Helvetica Neue"/>
              </a:defRPr>
            </a:lvl3pPr>
            <a:lvl4pPr>
              <a:defRPr sz="2100" b="1">
                <a:solidFill>
                  <a:srgbClr val="14362D"/>
                </a:solidFill>
                <a:latin typeface="Helvetica Neue"/>
                <a:ea typeface="Helvetica Neue"/>
                <a:cs typeface="Helvetica Neue"/>
              </a:defRPr>
            </a:lvl4pPr>
            <a:lvl5pPr>
              <a:defRPr sz="2100" b="1">
                <a:solidFill>
                  <a:srgbClr val="14362D"/>
                </a:solidFill>
                <a:latin typeface="Helvetica Neue"/>
                <a:ea typeface="Helvetica Neue"/>
                <a:cs typeface="Helvetica Neue"/>
              </a:defRPr>
            </a:lvl5pPr>
            <a:lvl6pPr>
              <a:defRPr sz="2100" b="1">
                <a:solidFill>
                  <a:srgbClr val="14362D"/>
                </a:solidFill>
                <a:latin typeface="Helvetica Neue"/>
                <a:ea typeface="Helvetica Neue"/>
                <a:cs typeface="Helvetica Neue"/>
              </a:defRPr>
            </a:lvl6pPr>
            <a:lvl7pPr>
              <a:defRPr sz="2100" b="1">
                <a:solidFill>
                  <a:srgbClr val="14362D"/>
                </a:solidFill>
                <a:latin typeface="Helvetica Neue"/>
                <a:ea typeface="Helvetica Neue"/>
                <a:cs typeface="Helvetica Neue"/>
              </a:defRPr>
            </a:lvl7pPr>
            <a:lvl8pPr>
              <a:defRPr sz="2100" b="1">
                <a:solidFill>
                  <a:srgbClr val="14362D"/>
                </a:solidFill>
                <a:latin typeface="Helvetica Neue"/>
                <a:ea typeface="Helvetica Neue"/>
                <a:cs typeface="Helvetica Neue"/>
              </a:defRPr>
            </a:lvl8pPr>
            <a:lvl9pPr>
              <a:defRPr sz="2100" b="1">
                <a:solidFill>
                  <a:srgbClr val="14362D"/>
                </a:solidFill>
                <a:latin typeface="Helvetica Neue"/>
                <a:ea typeface="Helvetica Neue"/>
                <a:cs typeface="Helvetica Neue"/>
              </a:defRPr>
            </a:lvl9pPr>
          </a:lstStyle>
          <a:p xmlns:a="http://schemas.openxmlformats.org/drawingml/2006/main">
            <a:pPr>
              <a:defRPr sz="2100" b="1">
                <a:solidFill>
                  <a:srgbClr val="14362D"/>
                </a:solidFill>
                <a:latin typeface="Helvetica Neue"/>
                <a:ea typeface="Helvetica Neue"/>
                <a:cs typeface="Helvetica Neue"/>
              </a:defRPr>
            </a:pPr>
            <a:r>
              <a:rPr sz="2100" b="1">
                <a:solidFill>
                  <a:srgbClr val="14362D"/>
                </a:solidFill>
                <a:latin typeface="Helvetica Neue"/>
                <a:ea typeface="Helvetica Neue"/>
                <a:cs typeface="Helvetica Neue"/>
              </a:rPr>
              <a:t>Measure cost per playable clip, retries, visitor return intent and creator effort.</a:t>
            </a:r>
          </a:p>
        </p:txBody>
      </p:sp>
    </p:spTree>
    <p:extLst>
      <p:ext uri="{BB962C8B-B14F-4D97-AF65-F5344CB8AC3E}">
        <p14:creationId xmlns:p14="http://schemas.microsoft.com/office/powerpoint/2010/main" val="1539924160"/>
      </p:ext>
    </p:extLst>
  </p:cSld>
</p:sld>
</file>

<file path=ppt/slides/slide11.xml><?xml version="1.0" encoding="utf-8"?>
<p:sld xmlns:p="http://schemas.openxmlformats.org/presentationml/2006/main">
  <p:cSld>
    <p:bg>
      <p:bgPr>
        <a:solidFill xmlns:a="http://schemas.openxmlformats.org/drawingml/2006/main">
          <a:srgbClr val="F3F1E7"/>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0BE9BC21-4A71-491D-86A1-6E141B692CDF}"/>
              </a:ext>
            </a:extLst>
          </p:cNvPr>
          <p:cNvSpPr>
            <a:spLocks xmlns:a="http://schemas.openxmlformats.org/drawingml/2006/main" noGrp="1"/>
          </p:cNvSpPr>
          <p:nvPr/>
        </p:nvSpPr>
        <p:spPr>
          <a:xfrm xmlns:a="http://schemas.openxmlformats.org/drawingml/2006/main">
            <a:off x="609600" y="476250"/>
            <a:ext cx="109537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362D"/>
                </a:solidFill>
                <a:latin typeface="Helvetica Neue"/>
                <a:ea typeface="Helvetica Neue"/>
                <a:cs typeface="Helvetica Neue"/>
              </a:defRPr>
            </a:defPPr>
            <a:lvl1pPr>
              <a:defRPr sz="3150" b="1">
                <a:solidFill>
                  <a:srgbClr val="14362D"/>
                </a:solidFill>
                <a:latin typeface="Helvetica Neue"/>
                <a:ea typeface="Helvetica Neue"/>
                <a:cs typeface="Helvetica Neue"/>
              </a:defRPr>
            </a:lvl1pPr>
            <a:lvl2pPr>
              <a:defRPr sz="3150" b="1">
                <a:solidFill>
                  <a:srgbClr val="14362D"/>
                </a:solidFill>
                <a:latin typeface="Helvetica Neue"/>
                <a:ea typeface="Helvetica Neue"/>
                <a:cs typeface="Helvetica Neue"/>
              </a:defRPr>
            </a:lvl2pPr>
            <a:lvl3pPr>
              <a:defRPr sz="3150" b="1">
                <a:solidFill>
                  <a:srgbClr val="14362D"/>
                </a:solidFill>
                <a:latin typeface="Helvetica Neue"/>
                <a:ea typeface="Helvetica Neue"/>
                <a:cs typeface="Helvetica Neue"/>
              </a:defRPr>
            </a:lvl3pPr>
            <a:lvl4pPr>
              <a:defRPr sz="3150" b="1">
                <a:solidFill>
                  <a:srgbClr val="14362D"/>
                </a:solidFill>
                <a:latin typeface="Helvetica Neue"/>
                <a:ea typeface="Helvetica Neue"/>
                <a:cs typeface="Helvetica Neue"/>
              </a:defRPr>
            </a:lvl4pPr>
            <a:lvl5pPr>
              <a:defRPr sz="3150" b="1">
                <a:solidFill>
                  <a:srgbClr val="14362D"/>
                </a:solidFill>
                <a:latin typeface="Helvetica Neue"/>
                <a:ea typeface="Helvetica Neue"/>
                <a:cs typeface="Helvetica Neue"/>
              </a:defRPr>
            </a:lvl5pPr>
            <a:lvl6pPr>
              <a:defRPr sz="3150" b="1">
                <a:solidFill>
                  <a:srgbClr val="14362D"/>
                </a:solidFill>
                <a:latin typeface="Helvetica Neue"/>
                <a:ea typeface="Helvetica Neue"/>
                <a:cs typeface="Helvetica Neue"/>
              </a:defRPr>
            </a:lvl6pPr>
            <a:lvl7pPr>
              <a:defRPr sz="3150" b="1">
                <a:solidFill>
                  <a:srgbClr val="14362D"/>
                </a:solidFill>
                <a:latin typeface="Helvetica Neue"/>
                <a:ea typeface="Helvetica Neue"/>
                <a:cs typeface="Helvetica Neue"/>
              </a:defRPr>
            </a:lvl7pPr>
            <a:lvl8pPr>
              <a:defRPr sz="3150" b="1">
                <a:solidFill>
                  <a:srgbClr val="14362D"/>
                </a:solidFill>
                <a:latin typeface="Helvetica Neue"/>
                <a:ea typeface="Helvetica Neue"/>
                <a:cs typeface="Helvetica Neue"/>
              </a:defRPr>
            </a:lvl8pPr>
            <a:lvl9pPr>
              <a:defRPr sz="3150" b="1">
                <a:solidFill>
                  <a:srgbClr val="14362D"/>
                </a:solidFill>
                <a:latin typeface="Helvetica Neue"/>
                <a:ea typeface="Helvetica Neue"/>
                <a:cs typeface="Helvetica Neue"/>
              </a:defRPr>
            </a:lvl9pPr>
          </a:lstStyle>
          <a:p xmlns:a="http://schemas.openxmlformats.org/drawingml/2006/main">
            <a:pPr>
              <a:defRPr sz="3150" b="1">
                <a:solidFill>
                  <a:srgbClr val="14362D"/>
                </a:solidFill>
                <a:latin typeface="Helvetica Neue"/>
                <a:ea typeface="Helvetica Neue"/>
                <a:cs typeface="Helvetica Neue"/>
              </a:defRPr>
            </a:pPr>
            <a:r>
              <a:rPr sz="3150" b="1">
                <a:solidFill>
                  <a:srgbClr val="14362D"/>
                </a:solidFill>
                <a:latin typeface="Helvetica Neue"/>
                <a:ea typeface="Helvetica Neue"/>
                <a:cs typeface="Helvetica Neue"/>
              </a:rPr>
              <a:t>Proposed validation and acceptance gates</a:t>
            </a:r>
          </a:p>
        </p:txBody>
      </p:sp>
      <p:sp>
        <p:nvSpPr>
          <p:cNvPr id="2" name="">
            <a:extLst xmlns:a="http://schemas.openxmlformats.org/drawingml/2006/main">
              <a:ext uri="{FF2B5EF4-FFF2-40B4-BE49-F238E27FC236}">
                <a16:creationId xmlns:a16="http://schemas.microsoft.com/office/drawing/2014/main" id="{68FEE309-EDED-46C5-876B-FFEC4B03D227}"/>
              </a:ext>
            </a:extLst>
          </p:cNvPr>
          <p:cNvSpPr>
            <a:spLocks xmlns:a="http://schemas.openxmlformats.org/drawingml/2006/main" noGrp="1"/>
          </p:cNvSpPr>
          <p:nvPr/>
        </p:nvSpPr>
        <p:spPr>
          <a:xfrm xmlns:a="http://schemas.openxmlformats.org/drawingml/2006/main">
            <a:off x="609600" y="1533525"/>
            <a:ext cx="10972800" cy="19050"/>
          </a:xfrm>
          <a:prstGeom xmlns:a="http://schemas.openxmlformats.org/drawingml/2006/main" prst="rect">
            <a:avLst/>
          </a:prstGeom>
          <a:solidFill xmlns:a="http://schemas.openxmlformats.org/drawingml/2006/main">
            <a:srgbClr val="C5CCC1"/>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62113905-AA0D-4B18-897E-650DBFED4074}"/>
              </a:ext>
            </a:extLst>
          </p:cNvPr>
          <p:cNvSpPr>
            <a:spLocks xmlns:a="http://schemas.openxmlformats.org/drawingml/2006/main" noGrp="1"/>
          </p:cNvSpPr>
          <p:nvPr/>
        </p:nvSpPr>
        <p:spPr>
          <a:xfrm xmlns:a="http://schemas.openxmlformats.org/drawingml/2006/main">
            <a:off x="609600" y="6419850"/>
            <a:ext cx="9525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50665B"/>
                </a:solidFill>
                <a:latin typeface="Helvetica Neue"/>
                <a:ea typeface="Helvetica Neue"/>
                <a:cs typeface="Helvetica Neue"/>
              </a:defRPr>
            </a:defPPr>
            <a:lvl1pPr>
              <a:defRPr sz="1050" b="0">
                <a:solidFill>
                  <a:srgbClr val="50665B"/>
                </a:solidFill>
                <a:latin typeface="Helvetica Neue"/>
                <a:ea typeface="Helvetica Neue"/>
                <a:cs typeface="Helvetica Neue"/>
              </a:defRPr>
            </a:lvl1pPr>
            <a:lvl2pPr>
              <a:defRPr sz="1050" b="0">
                <a:solidFill>
                  <a:srgbClr val="50665B"/>
                </a:solidFill>
                <a:latin typeface="Helvetica Neue"/>
                <a:ea typeface="Helvetica Neue"/>
                <a:cs typeface="Helvetica Neue"/>
              </a:defRPr>
            </a:lvl2pPr>
            <a:lvl3pPr>
              <a:defRPr sz="1050" b="0">
                <a:solidFill>
                  <a:srgbClr val="50665B"/>
                </a:solidFill>
                <a:latin typeface="Helvetica Neue"/>
                <a:ea typeface="Helvetica Neue"/>
                <a:cs typeface="Helvetica Neue"/>
              </a:defRPr>
            </a:lvl3pPr>
            <a:lvl4pPr>
              <a:defRPr sz="1050" b="0">
                <a:solidFill>
                  <a:srgbClr val="50665B"/>
                </a:solidFill>
                <a:latin typeface="Helvetica Neue"/>
                <a:ea typeface="Helvetica Neue"/>
                <a:cs typeface="Helvetica Neue"/>
              </a:defRPr>
            </a:lvl4pPr>
            <a:lvl5pPr>
              <a:defRPr sz="1050" b="0">
                <a:solidFill>
                  <a:srgbClr val="50665B"/>
                </a:solidFill>
                <a:latin typeface="Helvetica Neue"/>
                <a:ea typeface="Helvetica Neue"/>
                <a:cs typeface="Helvetica Neue"/>
              </a:defRPr>
            </a:lvl5pPr>
            <a:lvl6pPr>
              <a:defRPr sz="1050" b="0">
                <a:solidFill>
                  <a:srgbClr val="50665B"/>
                </a:solidFill>
                <a:latin typeface="Helvetica Neue"/>
                <a:ea typeface="Helvetica Neue"/>
                <a:cs typeface="Helvetica Neue"/>
              </a:defRPr>
            </a:lvl6pPr>
            <a:lvl7pPr>
              <a:defRPr sz="1050" b="0">
                <a:solidFill>
                  <a:srgbClr val="50665B"/>
                </a:solidFill>
                <a:latin typeface="Helvetica Neue"/>
                <a:ea typeface="Helvetica Neue"/>
                <a:cs typeface="Helvetica Neue"/>
              </a:defRPr>
            </a:lvl7pPr>
            <a:lvl8pPr>
              <a:defRPr sz="1050" b="0">
                <a:solidFill>
                  <a:srgbClr val="50665B"/>
                </a:solidFill>
                <a:latin typeface="Helvetica Neue"/>
                <a:ea typeface="Helvetica Neue"/>
                <a:cs typeface="Helvetica Neue"/>
              </a:defRPr>
            </a:lvl8pPr>
            <a:lvl9pPr>
              <a:defRPr sz="1050" b="0">
                <a:solidFill>
                  <a:srgbClr val="50665B"/>
                </a:solidFill>
                <a:latin typeface="Helvetica Neue"/>
                <a:ea typeface="Helvetica Neue"/>
                <a:cs typeface="Helvetica Neue"/>
              </a:defRPr>
            </a:lvl9pPr>
          </a:lstStyle>
          <a:p xmlns:a="http://schemas.openxmlformats.org/drawingml/2006/main">
            <a:pPr>
              <a:defRPr sz="1050" b="0">
                <a:solidFill>
                  <a:srgbClr val="50665B"/>
                </a:solidFill>
                <a:latin typeface="Helvetica Neue"/>
                <a:ea typeface="Helvetica Neue"/>
                <a:cs typeface="Helvetica Neue"/>
              </a:defRPr>
            </a:pPr>
            <a:r>
              <a:rPr sz="1050" b="0">
                <a:solidFill>
                  <a:srgbClr val="50665B"/>
                </a:solidFill>
                <a:latin typeface="Helvetica Neue"/>
                <a:ea typeface="Helvetica Neue"/>
                <a:cs typeface="Helvetica Neue"/>
              </a:rPr>
              <a:t>STAGE I / PROJECT PLAN</a:t>
            </a:r>
          </a:p>
        </p:txBody>
      </p:sp>
      <p:sp>
        <p:nvSpPr>
          <p:cNvPr id="4" name="">
            <a:extLst xmlns:a="http://schemas.openxmlformats.org/drawingml/2006/main">
              <a:ext uri="{FF2B5EF4-FFF2-40B4-BE49-F238E27FC236}">
                <a16:creationId xmlns:a16="http://schemas.microsoft.com/office/drawing/2014/main" id="{F63EE3C2-CFC1-4C9F-8AD2-B2C48DAF8AB6}"/>
              </a:ext>
            </a:extLst>
          </p:cNvPr>
          <p:cNvSpPr>
            <a:spLocks xmlns:a="http://schemas.openxmlformats.org/drawingml/2006/main" noGrp="1"/>
          </p:cNvSpPr>
          <p:nvPr/>
        </p:nvSpPr>
        <p:spPr>
          <a:xfrm xmlns:a="http://schemas.openxmlformats.org/drawingml/2006/main">
            <a:off x="11106150" y="6419850"/>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50665B"/>
                </a:solidFill>
                <a:latin typeface="Helvetica Neue"/>
                <a:ea typeface="Helvetica Neue"/>
                <a:cs typeface="Helvetica Neue"/>
              </a:defRPr>
            </a:defPPr>
            <a:lvl1pPr>
              <a:defRPr sz="1050" b="0">
                <a:solidFill>
                  <a:srgbClr val="50665B"/>
                </a:solidFill>
                <a:latin typeface="Helvetica Neue"/>
                <a:ea typeface="Helvetica Neue"/>
                <a:cs typeface="Helvetica Neue"/>
              </a:defRPr>
            </a:lvl1pPr>
            <a:lvl2pPr>
              <a:defRPr sz="1050" b="0">
                <a:solidFill>
                  <a:srgbClr val="50665B"/>
                </a:solidFill>
                <a:latin typeface="Helvetica Neue"/>
                <a:ea typeface="Helvetica Neue"/>
                <a:cs typeface="Helvetica Neue"/>
              </a:defRPr>
            </a:lvl2pPr>
            <a:lvl3pPr>
              <a:defRPr sz="1050" b="0">
                <a:solidFill>
                  <a:srgbClr val="50665B"/>
                </a:solidFill>
                <a:latin typeface="Helvetica Neue"/>
                <a:ea typeface="Helvetica Neue"/>
                <a:cs typeface="Helvetica Neue"/>
              </a:defRPr>
            </a:lvl3pPr>
            <a:lvl4pPr>
              <a:defRPr sz="1050" b="0">
                <a:solidFill>
                  <a:srgbClr val="50665B"/>
                </a:solidFill>
                <a:latin typeface="Helvetica Neue"/>
                <a:ea typeface="Helvetica Neue"/>
                <a:cs typeface="Helvetica Neue"/>
              </a:defRPr>
            </a:lvl4pPr>
            <a:lvl5pPr>
              <a:defRPr sz="1050" b="0">
                <a:solidFill>
                  <a:srgbClr val="50665B"/>
                </a:solidFill>
                <a:latin typeface="Helvetica Neue"/>
                <a:ea typeface="Helvetica Neue"/>
                <a:cs typeface="Helvetica Neue"/>
              </a:defRPr>
            </a:lvl5pPr>
            <a:lvl6pPr>
              <a:defRPr sz="1050" b="0">
                <a:solidFill>
                  <a:srgbClr val="50665B"/>
                </a:solidFill>
                <a:latin typeface="Helvetica Neue"/>
                <a:ea typeface="Helvetica Neue"/>
                <a:cs typeface="Helvetica Neue"/>
              </a:defRPr>
            </a:lvl6pPr>
            <a:lvl7pPr>
              <a:defRPr sz="1050" b="0">
                <a:solidFill>
                  <a:srgbClr val="50665B"/>
                </a:solidFill>
                <a:latin typeface="Helvetica Neue"/>
                <a:ea typeface="Helvetica Neue"/>
                <a:cs typeface="Helvetica Neue"/>
              </a:defRPr>
            </a:lvl7pPr>
            <a:lvl8pPr>
              <a:defRPr sz="1050" b="0">
                <a:solidFill>
                  <a:srgbClr val="50665B"/>
                </a:solidFill>
                <a:latin typeface="Helvetica Neue"/>
                <a:ea typeface="Helvetica Neue"/>
                <a:cs typeface="Helvetica Neue"/>
              </a:defRPr>
            </a:lvl8pPr>
            <a:lvl9pPr>
              <a:defRPr sz="1050" b="0">
                <a:solidFill>
                  <a:srgbClr val="50665B"/>
                </a:solidFill>
                <a:latin typeface="Helvetica Neue"/>
                <a:ea typeface="Helvetica Neue"/>
                <a:cs typeface="Helvetica Neue"/>
              </a:defRPr>
            </a:lvl9pPr>
          </a:lstStyle>
          <a:p xmlns:a="http://schemas.openxmlformats.org/drawingml/2006/main">
            <a:pPr>
              <a:defRPr sz="1050" b="0">
                <a:solidFill>
                  <a:srgbClr val="50665B"/>
                </a:solidFill>
                <a:latin typeface="Helvetica Neue"/>
                <a:ea typeface="Helvetica Neue"/>
                <a:cs typeface="Helvetica Neue"/>
              </a:defRPr>
            </a:pPr>
            <a:r>
              <a:rPr sz="1050" b="0">
                <a:solidFill>
                  <a:srgbClr val="50665B"/>
                </a:solidFill>
                <a:latin typeface="Helvetica Neue"/>
                <a:ea typeface="Helvetica Neue"/>
                <a:cs typeface="Helvetica Neue"/>
              </a:rPr>
              <a:t>11</a:t>
            </a:r>
          </a:p>
        </p:txBody>
      </p:sp>
      <p:sp>
        <p:nvSpPr>
          <p:cNvPr id="5" name="">
            <a:extLst xmlns:a="http://schemas.openxmlformats.org/drawingml/2006/main">
              <a:ext uri="{FF2B5EF4-FFF2-40B4-BE49-F238E27FC236}">
                <a16:creationId xmlns:a16="http://schemas.microsoft.com/office/drawing/2014/main" id="{8A33B56A-FAE1-4216-9E31-E5A866251C30}"/>
              </a:ext>
            </a:extLst>
          </p:cNvPr>
          <p:cNvSpPr>
            <a:spLocks xmlns:a="http://schemas.openxmlformats.org/drawingml/2006/main" noGrp="1"/>
          </p:cNvSpPr>
          <p:nvPr/>
        </p:nvSpPr>
        <p:spPr>
          <a:xfrm xmlns:a="http://schemas.openxmlformats.org/drawingml/2006/main">
            <a:off x="609600" y="2095500"/>
            <a:ext cx="3238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250" b="1">
                <a:solidFill>
                  <a:srgbClr val="2F7760"/>
                </a:solidFill>
                <a:latin typeface="Helvetica Neue"/>
                <a:ea typeface="Helvetica Neue"/>
                <a:cs typeface="Helvetica Neue"/>
              </a:defRPr>
            </a:defPPr>
            <a:lvl1pPr>
              <a:defRPr sz="2250" b="1">
                <a:solidFill>
                  <a:srgbClr val="2F7760"/>
                </a:solidFill>
                <a:latin typeface="Helvetica Neue"/>
                <a:ea typeface="Helvetica Neue"/>
                <a:cs typeface="Helvetica Neue"/>
              </a:defRPr>
            </a:lvl1pPr>
            <a:lvl2pPr>
              <a:defRPr sz="2250" b="1">
                <a:solidFill>
                  <a:srgbClr val="2F7760"/>
                </a:solidFill>
                <a:latin typeface="Helvetica Neue"/>
                <a:ea typeface="Helvetica Neue"/>
                <a:cs typeface="Helvetica Neue"/>
              </a:defRPr>
            </a:lvl2pPr>
            <a:lvl3pPr>
              <a:defRPr sz="2250" b="1">
                <a:solidFill>
                  <a:srgbClr val="2F7760"/>
                </a:solidFill>
                <a:latin typeface="Helvetica Neue"/>
                <a:ea typeface="Helvetica Neue"/>
                <a:cs typeface="Helvetica Neue"/>
              </a:defRPr>
            </a:lvl3pPr>
            <a:lvl4pPr>
              <a:defRPr sz="2250" b="1">
                <a:solidFill>
                  <a:srgbClr val="2F7760"/>
                </a:solidFill>
                <a:latin typeface="Helvetica Neue"/>
                <a:ea typeface="Helvetica Neue"/>
                <a:cs typeface="Helvetica Neue"/>
              </a:defRPr>
            </a:lvl4pPr>
            <a:lvl5pPr>
              <a:defRPr sz="2250" b="1">
                <a:solidFill>
                  <a:srgbClr val="2F7760"/>
                </a:solidFill>
                <a:latin typeface="Helvetica Neue"/>
                <a:ea typeface="Helvetica Neue"/>
                <a:cs typeface="Helvetica Neue"/>
              </a:defRPr>
            </a:lvl5pPr>
            <a:lvl6pPr>
              <a:defRPr sz="2250" b="1">
                <a:solidFill>
                  <a:srgbClr val="2F7760"/>
                </a:solidFill>
                <a:latin typeface="Helvetica Neue"/>
                <a:ea typeface="Helvetica Neue"/>
                <a:cs typeface="Helvetica Neue"/>
              </a:defRPr>
            </a:lvl6pPr>
            <a:lvl7pPr>
              <a:defRPr sz="2250" b="1">
                <a:solidFill>
                  <a:srgbClr val="2F7760"/>
                </a:solidFill>
                <a:latin typeface="Helvetica Neue"/>
                <a:ea typeface="Helvetica Neue"/>
                <a:cs typeface="Helvetica Neue"/>
              </a:defRPr>
            </a:lvl7pPr>
            <a:lvl8pPr>
              <a:defRPr sz="2250" b="1">
                <a:solidFill>
                  <a:srgbClr val="2F7760"/>
                </a:solidFill>
                <a:latin typeface="Helvetica Neue"/>
                <a:ea typeface="Helvetica Neue"/>
                <a:cs typeface="Helvetica Neue"/>
              </a:defRPr>
            </a:lvl8pPr>
            <a:lvl9pPr>
              <a:defRPr sz="2250" b="1">
                <a:solidFill>
                  <a:srgbClr val="2F7760"/>
                </a:solidFill>
                <a:latin typeface="Helvetica Neue"/>
                <a:ea typeface="Helvetica Neue"/>
                <a:cs typeface="Helvetica Neue"/>
              </a:defRPr>
            </a:lvl9pPr>
          </a:lstStyle>
          <a:p xmlns:a="http://schemas.openxmlformats.org/drawingml/2006/main">
            <a:pPr>
              <a:defRPr sz="2250" b="1">
                <a:solidFill>
                  <a:srgbClr val="2F7760"/>
                </a:solidFill>
                <a:latin typeface="Helvetica Neue"/>
                <a:ea typeface="Helvetica Neue"/>
                <a:cs typeface="Helvetica Neue"/>
              </a:defRPr>
            </a:pPr>
            <a:r>
              <a:rPr sz="2250" b="1">
                <a:solidFill>
                  <a:srgbClr val="2F7760"/>
                </a:solidFill>
                <a:latin typeface="Helvetica Neue"/>
                <a:ea typeface="Helvetica Neue"/>
                <a:cs typeface="Helvetica Neue"/>
              </a:rPr>
              <a:t>Coherence</a:t>
            </a:r>
          </a:p>
        </p:txBody>
      </p:sp>
      <p:sp>
        <p:nvSpPr>
          <p:cNvPr id="6" name="">
            <a:extLst xmlns:a="http://schemas.openxmlformats.org/drawingml/2006/main">
              <a:ext uri="{FF2B5EF4-FFF2-40B4-BE49-F238E27FC236}">
                <a16:creationId xmlns:a16="http://schemas.microsoft.com/office/drawing/2014/main" id="{776E789A-4D6C-4245-B8A5-AC95E571B031}"/>
              </a:ext>
            </a:extLst>
          </p:cNvPr>
          <p:cNvSpPr>
            <a:spLocks xmlns:a="http://schemas.openxmlformats.org/drawingml/2006/main" noGrp="1"/>
          </p:cNvSpPr>
          <p:nvPr/>
        </p:nvSpPr>
        <p:spPr>
          <a:xfrm xmlns:a="http://schemas.openxmlformats.org/drawingml/2006/main">
            <a:off x="609600" y="2762250"/>
            <a:ext cx="323850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875" b="0">
                <a:solidFill>
                  <a:srgbClr val="14362D"/>
                </a:solidFill>
                <a:latin typeface="Helvetica Neue"/>
                <a:ea typeface="Helvetica Neue"/>
                <a:cs typeface="Helvetica Neue"/>
              </a:defRPr>
            </a:defPPr>
            <a:lvl1pPr>
              <a:defRPr sz="1875" b="0">
                <a:solidFill>
                  <a:srgbClr val="14362D"/>
                </a:solidFill>
                <a:latin typeface="Helvetica Neue"/>
                <a:ea typeface="Helvetica Neue"/>
                <a:cs typeface="Helvetica Neue"/>
              </a:defRPr>
            </a:lvl1pPr>
            <a:lvl2pPr>
              <a:defRPr sz="1875" b="0">
                <a:solidFill>
                  <a:srgbClr val="14362D"/>
                </a:solidFill>
                <a:latin typeface="Helvetica Neue"/>
                <a:ea typeface="Helvetica Neue"/>
                <a:cs typeface="Helvetica Neue"/>
              </a:defRPr>
            </a:lvl2pPr>
            <a:lvl3pPr>
              <a:defRPr sz="1875" b="0">
                <a:solidFill>
                  <a:srgbClr val="14362D"/>
                </a:solidFill>
                <a:latin typeface="Helvetica Neue"/>
                <a:ea typeface="Helvetica Neue"/>
                <a:cs typeface="Helvetica Neue"/>
              </a:defRPr>
            </a:lvl3pPr>
            <a:lvl4pPr>
              <a:defRPr sz="1875" b="0">
                <a:solidFill>
                  <a:srgbClr val="14362D"/>
                </a:solidFill>
                <a:latin typeface="Helvetica Neue"/>
                <a:ea typeface="Helvetica Neue"/>
                <a:cs typeface="Helvetica Neue"/>
              </a:defRPr>
            </a:lvl4pPr>
            <a:lvl5pPr>
              <a:defRPr sz="1875" b="0">
                <a:solidFill>
                  <a:srgbClr val="14362D"/>
                </a:solidFill>
                <a:latin typeface="Helvetica Neue"/>
                <a:ea typeface="Helvetica Neue"/>
                <a:cs typeface="Helvetica Neue"/>
              </a:defRPr>
            </a:lvl5pPr>
            <a:lvl6pPr>
              <a:defRPr sz="1875" b="0">
                <a:solidFill>
                  <a:srgbClr val="14362D"/>
                </a:solidFill>
                <a:latin typeface="Helvetica Neue"/>
                <a:ea typeface="Helvetica Neue"/>
                <a:cs typeface="Helvetica Neue"/>
              </a:defRPr>
            </a:lvl6pPr>
            <a:lvl7pPr>
              <a:defRPr sz="1875" b="0">
                <a:solidFill>
                  <a:srgbClr val="14362D"/>
                </a:solidFill>
                <a:latin typeface="Helvetica Neue"/>
                <a:ea typeface="Helvetica Neue"/>
                <a:cs typeface="Helvetica Neue"/>
              </a:defRPr>
            </a:lvl7pPr>
            <a:lvl8pPr>
              <a:defRPr sz="1875" b="0">
                <a:solidFill>
                  <a:srgbClr val="14362D"/>
                </a:solidFill>
                <a:latin typeface="Helvetica Neue"/>
                <a:ea typeface="Helvetica Neue"/>
                <a:cs typeface="Helvetica Neue"/>
              </a:defRPr>
            </a:lvl8pPr>
            <a:lvl9pPr>
              <a:defRPr sz="1875" b="0">
                <a:solidFill>
                  <a:srgbClr val="14362D"/>
                </a:solidFill>
                <a:latin typeface="Helvetica Neue"/>
                <a:ea typeface="Helvetica Neue"/>
                <a:cs typeface="Helvetica Neue"/>
              </a:defRPr>
            </a:lvl9pPr>
          </a:lstStyle>
          <a:p xmlns:a="http://schemas.openxmlformats.org/drawingml/2006/main">
            <a:pPr>
              <a:defRPr sz="1875" b="0">
                <a:solidFill>
                  <a:srgbClr val="14362D"/>
                </a:solidFill>
                <a:latin typeface="Helvetica Neue"/>
                <a:ea typeface="Helvetica Neue"/>
                <a:cs typeface="Helvetica Neue"/>
              </a:defRPr>
            </a:pPr>
            <a:r>
              <a:rPr sz="1875" b="0">
                <a:solidFill>
                  <a:srgbClr val="14362D"/>
                </a:solidFill>
                <a:latin typeface="Helvetica Neue"/>
                <a:ea typeface="Helvetica Neue"/>
                <a:cs typeface="Helvetica Neue"/>
              </a:rPr>
              <a:t>20 context combinations × 5 requests. Review species, reference identity and forbidden events.</a:t>
            </a:r>
          </a:p>
        </p:txBody>
      </p:sp>
      <p:sp>
        <p:nvSpPr>
          <p:cNvPr id="7" name="">
            <a:extLst xmlns:a="http://schemas.openxmlformats.org/drawingml/2006/main">
              <a:ext uri="{FF2B5EF4-FFF2-40B4-BE49-F238E27FC236}">
                <a16:creationId xmlns:a16="http://schemas.microsoft.com/office/drawing/2014/main" id="{3617D95F-6AA0-42A4-9222-33ED96A6D64E}"/>
              </a:ext>
            </a:extLst>
          </p:cNvPr>
          <p:cNvSpPr>
            <a:spLocks xmlns:a="http://schemas.openxmlformats.org/drawingml/2006/main" noGrp="1"/>
          </p:cNvSpPr>
          <p:nvPr/>
        </p:nvSpPr>
        <p:spPr>
          <a:xfrm xmlns:a="http://schemas.openxmlformats.org/drawingml/2006/main">
            <a:off x="4476750" y="2095500"/>
            <a:ext cx="3238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250" b="1">
                <a:solidFill>
                  <a:srgbClr val="2F7760"/>
                </a:solidFill>
                <a:latin typeface="Helvetica Neue"/>
                <a:ea typeface="Helvetica Neue"/>
                <a:cs typeface="Helvetica Neue"/>
              </a:defRPr>
            </a:defPPr>
            <a:lvl1pPr>
              <a:defRPr sz="2250" b="1">
                <a:solidFill>
                  <a:srgbClr val="2F7760"/>
                </a:solidFill>
                <a:latin typeface="Helvetica Neue"/>
                <a:ea typeface="Helvetica Neue"/>
                <a:cs typeface="Helvetica Neue"/>
              </a:defRPr>
            </a:lvl1pPr>
            <a:lvl2pPr>
              <a:defRPr sz="2250" b="1">
                <a:solidFill>
                  <a:srgbClr val="2F7760"/>
                </a:solidFill>
                <a:latin typeface="Helvetica Neue"/>
                <a:ea typeface="Helvetica Neue"/>
                <a:cs typeface="Helvetica Neue"/>
              </a:defRPr>
            </a:lvl2pPr>
            <a:lvl3pPr>
              <a:defRPr sz="2250" b="1">
                <a:solidFill>
                  <a:srgbClr val="2F7760"/>
                </a:solidFill>
                <a:latin typeface="Helvetica Neue"/>
                <a:ea typeface="Helvetica Neue"/>
                <a:cs typeface="Helvetica Neue"/>
              </a:defRPr>
            </a:lvl3pPr>
            <a:lvl4pPr>
              <a:defRPr sz="2250" b="1">
                <a:solidFill>
                  <a:srgbClr val="2F7760"/>
                </a:solidFill>
                <a:latin typeface="Helvetica Neue"/>
                <a:ea typeface="Helvetica Neue"/>
                <a:cs typeface="Helvetica Neue"/>
              </a:defRPr>
            </a:lvl4pPr>
            <a:lvl5pPr>
              <a:defRPr sz="2250" b="1">
                <a:solidFill>
                  <a:srgbClr val="2F7760"/>
                </a:solidFill>
                <a:latin typeface="Helvetica Neue"/>
                <a:ea typeface="Helvetica Neue"/>
                <a:cs typeface="Helvetica Neue"/>
              </a:defRPr>
            </a:lvl5pPr>
            <a:lvl6pPr>
              <a:defRPr sz="2250" b="1">
                <a:solidFill>
                  <a:srgbClr val="2F7760"/>
                </a:solidFill>
                <a:latin typeface="Helvetica Neue"/>
                <a:ea typeface="Helvetica Neue"/>
                <a:cs typeface="Helvetica Neue"/>
              </a:defRPr>
            </a:lvl6pPr>
            <a:lvl7pPr>
              <a:defRPr sz="2250" b="1">
                <a:solidFill>
                  <a:srgbClr val="2F7760"/>
                </a:solidFill>
                <a:latin typeface="Helvetica Neue"/>
                <a:ea typeface="Helvetica Neue"/>
                <a:cs typeface="Helvetica Neue"/>
              </a:defRPr>
            </a:lvl7pPr>
            <a:lvl8pPr>
              <a:defRPr sz="2250" b="1">
                <a:solidFill>
                  <a:srgbClr val="2F7760"/>
                </a:solidFill>
                <a:latin typeface="Helvetica Neue"/>
                <a:ea typeface="Helvetica Neue"/>
                <a:cs typeface="Helvetica Neue"/>
              </a:defRPr>
            </a:lvl8pPr>
            <a:lvl9pPr>
              <a:defRPr sz="2250" b="1">
                <a:solidFill>
                  <a:srgbClr val="2F7760"/>
                </a:solidFill>
                <a:latin typeface="Helvetica Neue"/>
                <a:ea typeface="Helvetica Neue"/>
                <a:cs typeface="Helvetica Neue"/>
              </a:defRPr>
            </a:lvl9pPr>
          </a:lstStyle>
          <a:p xmlns:a="http://schemas.openxmlformats.org/drawingml/2006/main">
            <a:pPr>
              <a:defRPr sz="2250" b="1">
                <a:solidFill>
                  <a:srgbClr val="2F7760"/>
                </a:solidFill>
                <a:latin typeface="Helvetica Neue"/>
                <a:ea typeface="Helvetica Neue"/>
                <a:cs typeface="Helvetica Neue"/>
              </a:defRPr>
            </a:pPr>
            <a:r>
              <a:rPr sz="2250" b="1">
                <a:solidFill>
                  <a:srgbClr val="2F7760"/>
                </a:solidFill>
                <a:latin typeface="Helvetica Neue"/>
                <a:ea typeface="Helvetica Neue"/>
                <a:cs typeface="Helvetica Neue"/>
              </a:rPr>
              <a:t>Performance</a:t>
            </a:r>
          </a:p>
        </p:txBody>
      </p:sp>
      <p:sp>
        <p:nvSpPr>
          <p:cNvPr id="8" name="">
            <a:extLst xmlns:a="http://schemas.openxmlformats.org/drawingml/2006/main">
              <a:ext uri="{FF2B5EF4-FFF2-40B4-BE49-F238E27FC236}">
                <a16:creationId xmlns:a16="http://schemas.microsoft.com/office/drawing/2014/main" id="{D2ED7DDF-60A4-4793-A076-063A6B02E86A}"/>
              </a:ext>
            </a:extLst>
          </p:cNvPr>
          <p:cNvSpPr>
            <a:spLocks xmlns:a="http://schemas.openxmlformats.org/drawingml/2006/main" noGrp="1"/>
          </p:cNvSpPr>
          <p:nvPr/>
        </p:nvSpPr>
        <p:spPr>
          <a:xfrm xmlns:a="http://schemas.openxmlformats.org/drawingml/2006/main">
            <a:off x="4476750" y="2762250"/>
            <a:ext cx="323850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875" b="0">
                <a:solidFill>
                  <a:srgbClr val="14362D"/>
                </a:solidFill>
                <a:latin typeface="Helvetica Neue"/>
                <a:ea typeface="Helvetica Neue"/>
                <a:cs typeface="Helvetica Neue"/>
              </a:defRPr>
            </a:defPPr>
            <a:lvl1pPr>
              <a:defRPr sz="1875" b="0">
                <a:solidFill>
                  <a:srgbClr val="14362D"/>
                </a:solidFill>
                <a:latin typeface="Helvetica Neue"/>
                <a:ea typeface="Helvetica Neue"/>
                <a:cs typeface="Helvetica Neue"/>
              </a:defRPr>
            </a:lvl1pPr>
            <a:lvl2pPr>
              <a:defRPr sz="1875" b="0">
                <a:solidFill>
                  <a:srgbClr val="14362D"/>
                </a:solidFill>
                <a:latin typeface="Helvetica Neue"/>
                <a:ea typeface="Helvetica Neue"/>
                <a:cs typeface="Helvetica Neue"/>
              </a:defRPr>
            </a:lvl2pPr>
            <a:lvl3pPr>
              <a:defRPr sz="1875" b="0">
                <a:solidFill>
                  <a:srgbClr val="14362D"/>
                </a:solidFill>
                <a:latin typeface="Helvetica Neue"/>
                <a:ea typeface="Helvetica Neue"/>
                <a:cs typeface="Helvetica Neue"/>
              </a:defRPr>
            </a:lvl3pPr>
            <a:lvl4pPr>
              <a:defRPr sz="1875" b="0">
                <a:solidFill>
                  <a:srgbClr val="14362D"/>
                </a:solidFill>
                <a:latin typeface="Helvetica Neue"/>
                <a:ea typeface="Helvetica Neue"/>
                <a:cs typeface="Helvetica Neue"/>
              </a:defRPr>
            </a:lvl4pPr>
            <a:lvl5pPr>
              <a:defRPr sz="1875" b="0">
                <a:solidFill>
                  <a:srgbClr val="14362D"/>
                </a:solidFill>
                <a:latin typeface="Helvetica Neue"/>
                <a:ea typeface="Helvetica Neue"/>
                <a:cs typeface="Helvetica Neue"/>
              </a:defRPr>
            </a:lvl5pPr>
            <a:lvl6pPr>
              <a:defRPr sz="1875" b="0">
                <a:solidFill>
                  <a:srgbClr val="14362D"/>
                </a:solidFill>
                <a:latin typeface="Helvetica Neue"/>
                <a:ea typeface="Helvetica Neue"/>
                <a:cs typeface="Helvetica Neue"/>
              </a:defRPr>
            </a:lvl6pPr>
            <a:lvl7pPr>
              <a:defRPr sz="1875" b="0">
                <a:solidFill>
                  <a:srgbClr val="14362D"/>
                </a:solidFill>
                <a:latin typeface="Helvetica Neue"/>
                <a:ea typeface="Helvetica Neue"/>
                <a:cs typeface="Helvetica Neue"/>
              </a:defRPr>
            </a:lvl7pPr>
            <a:lvl8pPr>
              <a:defRPr sz="1875" b="0">
                <a:solidFill>
                  <a:srgbClr val="14362D"/>
                </a:solidFill>
                <a:latin typeface="Helvetica Neue"/>
                <a:ea typeface="Helvetica Neue"/>
                <a:cs typeface="Helvetica Neue"/>
              </a:defRPr>
            </a:lvl8pPr>
            <a:lvl9pPr>
              <a:defRPr sz="1875" b="0">
                <a:solidFill>
                  <a:srgbClr val="14362D"/>
                </a:solidFill>
                <a:latin typeface="Helvetica Neue"/>
                <a:ea typeface="Helvetica Neue"/>
                <a:cs typeface="Helvetica Neue"/>
              </a:defRPr>
            </a:lvl9pPr>
          </a:lstStyle>
          <a:p xmlns:a="http://schemas.openxmlformats.org/drawingml/2006/main">
            <a:pPr>
              <a:defRPr sz="1875" b="0">
                <a:solidFill>
                  <a:srgbClr val="14362D"/>
                </a:solidFill>
                <a:latin typeface="Helvetica Neue"/>
                <a:ea typeface="Helvetica Neue"/>
                <a:cs typeface="Helvetica Neue"/>
              </a:defRPr>
            </a:pPr>
            <a:r>
              <a:rPr sz="1875" b="0">
                <a:solidFill>
                  <a:srgbClr val="14362D"/>
                </a:solidFill>
                <a:latin typeface="Helvetica Neue"/>
                <a:ea typeface="Helvetica Neue"/>
                <a:cs typeface="Helvetica Neue"/>
              </a:rPr>
              <a:t>Measure context, device prompt inference, video backend and total time-to-play separately.</a:t>
            </a:r>
          </a:p>
        </p:txBody>
      </p:sp>
      <p:sp>
        <p:nvSpPr>
          <p:cNvPr id="9" name="">
            <a:extLst xmlns:a="http://schemas.openxmlformats.org/drawingml/2006/main">
              <a:ext uri="{FF2B5EF4-FFF2-40B4-BE49-F238E27FC236}">
                <a16:creationId xmlns:a16="http://schemas.microsoft.com/office/drawing/2014/main" id="{4CAE9E05-9C80-48C3-B4FD-380052C107BF}"/>
              </a:ext>
            </a:extLst>
          </p:cNvPr>
          <p:cNvSpPr>
            <a:spLocks xmlns:a="http://schemas.openxmlformats.org/drawingml/2006/main" noGrp="1"/>
          </p:cNvSpPr>
          <p:nvPr/>
        </p:nvSpPr>
        <p:spPr>
          <a:xfrm xmlns:a="http://schemas.openxmlformats.org/drawingml/2006/main">
            <a:off x="8343900" y="2095500"/>
            <a:ext cx="3238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250" b="1">
                <a:solidFill>
                  <a:srgbClr val="2F7760"/>
                </a:solidFill>
                <a:latin typeface="Helvetica Neue"/>
                <a:ea typeface="Helvetica Neue"/>
                <a:cs typeface="Helvetica Neue"/>
              </a:defRPr>
            </a:defPPr>
            <a:lvl1pPr>
              <a:defRPr sz="2250" b="1">
                <a:solidFill>
                  <a:srgbClr val="2F7760"/>
                </a:solidFill>
                <a:latin typeface="Helvetica Neue"/>
                <a:ea typeface="Helvetica Neue"/>
                <a:cs typeface="Helvetica Neue"/>
              </a:defRPr>
            </a:lvl1pPr>
            <a:lvl2pPr>
              <a:defRPr sz="2250" b="1">
                <a:solidFill>
                  <a:srgbClr val="2F7760"/>
                </a:solidFill>
                <a:latin typeface="Helvetica Neue"/>
                <a:ea typeface="Helvetica Neue"/>
                <a:cs typeface="Helvetica Neue"/>
              </a:defRPr>
            </a:lvl2pPr>
            <a:lvl3pPr>
              <a:defRPr sz="2250" b="1">
                <a:solidFill>
                  <a:srgbClr val="2F7760"/>
                </a:solidFill>
                <a:latin typeface="Helvetica Neue"/>
                <a:ea typeface="Helvetica Neue"/>
                <a:cs typeface="Helvetica Neue"/>
              </a:defRPr>
            </a:lvl3pPr>
            <a:lvl4pPr>
              <a:defRPr sz="2250" b="1">
                <a:solidFill>
                  <a:srgbClr val="2F7760"/>
                </a:solidFill>
                <a:latin typeface="Helvetica Neue"/>
                <a:ea typeface="Helvetica Neue"/>
                <a:cs typeface="Helvetica Neue"/>
              </a:defRPr>
            </a:lvl4pPr>
            <a:lvl5pPr>
              <a:defRPr sz="2250" b="1">
                <a:solidFill>
                  <a:srgbClr val="2F7760"/>
                </a:solidFill>
                <a:latin typeface="Helvetica Neue"/>
                <a:ea typeface="Helvetica Neue"/>
                <a:cs typeface="Helvetica Neue"/>
              </a:defRPr>
            </a:lvl5pPr>
            <a:lvl6pPr>
              <a:defRPr sz="2250" b="1">
                <a:solidFill>
                  <a:srgbClr val="2F7760"/>
                </a:solidFill>
                <a:latin typeface="Helvetica Neue"/>
                <a:ea typeface="Helvetica Neue"/>
                <a:cs typeface="Helvetica Neue"/>
              </a:defRPr>
            </a:lvl6pPr>
            <a:lvl7pPr>
              <a:defRPr sz="2250" b="1">
                <a:solidFill>
                  <a:srgbClr val="2F7760"/>
                </a:solidFill>
                <a:latin typeface="Helvetica Neue"/>
                <a:ea typeface="Helvetica Neue"/>
                <a:cs typeface="Helvetica Neue"/>
              </a:defRPr>
            </a:lvl7pPr>
            <a:lvl8pPr>
              <a:defRPr sz="2250" b="1">
                <a:solidFill>
                  <a:srgbClr val="2F7760"/>
                </a:solidFill>
                <a:latin typeface="Helvetica Neue"/>
                <a:ea typeface="Helvetica Neue"/>
                <a:cs typeface="Helvetica Neue"/>
              </a:defRPr>
            </a:lvl8pPr>
            <a:lvl9pPr>
              <a:defRPr sz="2250" b="1">
                <a:solidFill>
                  <a:srgbClr val="2F7760"/>
                </a:solidFill>
                <a:latin typeface="Helvetica Neue"/>
                <a:ea typeface="Helvetica Neue"/>
                <a:cs typeface="Helvetica Neue"/>
              </a:defRPr>
            </a:lvl9pPr>
          </a:lstStyle>
          <a:p xmlns:a="http://schemas.openxmlformats.org/drawingml/2006/main">
            <a:pPr>
              <a:defRPr sz="2250" b="1">
                <a:solidFill>
                  <a:srgbClr val="2F7760"/>
                </a:solidFill>
                <a:latin typeface="Helvetica Neue"/>
                <a:ea typeface="Helvetica Neue"/>
                <a:cs typeface="Helvetica Neue"/>
              </a:defRPr>
            </a:pPr>
            <a:r>
              <a:rPr sz="2250" b="1">
                <a:solidFill>
                  <a:srgbClr val="2F7760"/>
                </a:solidFill>
                <a:latin typeface="Helvetica Neue"/>
                <a:ea typeface="Helvetica Neue"/>
                <a:cs typeface="Helvetica Neue"/>
              </a:rPr>
              <a:t>User value</a:t>
            </a:r>
          </a:p>
        </p:txBody>
      </p:sp>
      <p:sp>
        <p:nvSpPr>
          <p:cNvPr id="10" name="">
            <a:extLst xmlns:a="http://schemas.openxmlformats.org/drawingml/2006/main">
              <a:ext uri="{FF2B5EF4-FFF2-40B4-BE49-F238E27FC236}">
                <a16:creationId xmlns:a16="http://schemas.microsoft.com/office/drawing/2014/main" id="{C99DFA62-5F64-499A-B800-B6796ABB241D}"/>
              </a:ext>
            </a:extLst>
          </p:cNvPr>
          <p:cNvSpPr>
            <a:spLocks xmlns:a="http://schemas.openxmlformats.org/drawingml/2006/main" noGrp="1"/>
          </p:cNvSpPr>
          <p:nvPr/>
        </p:nvSpPr>
        <p:spPr>
          <a:xfrm xmlns:a="http://schemas.openxmlformats.org/drawingml/2006/main">
            <a:off x="8343900" y="2762250"/>
            <a:ext cx="323850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875" b="0">
                <a:solidFill>
                  <a:srgbClr val="14362D"/>
                </a:solidFill>
                <a:latin typeface="Helvetica Neue"/>
                <a:ea typeface="Helvetica Neue"/>
                <a:cs typeface="Helvetica Neue"/>
              </a:defRPr>
            </a:defPPr>
            <a:lvl1pPr>
              <a:defRPr sz="1875" b="0">
                <a:solidFill>
                  <a:srgbClr val="14362D"/>
                </a:solidFill>
                <a:latin typeface="Helvetica Neue"/>
                <a:ea typeface="Helvetica Neue"/>
                <a:cs typeface="Helvetica Neue"/>
              </a:defRPr>
            </a:lvl1pPr>
            <a:lvl2pPr>
              <a:defRPr sz="1875" b="0">
                <a:solidFill>
                  <a:srgbClr val="14362D"/>
                </a:solidFill>
                <a:latin typeface="Helvetica Neue"/>
                <a:ea typeface="Helvetica Neue"/>
                <a:cs typeface="Helvetica Neue"/>
              </a:defRPr>
            </a:lvl2pPr>
            <a:lvl3pPr>
              <a:defRPr sz="1875" b="0">
                <a:solidFill>
                  <a:srgbClr val="14362D"/>
                </a:solidFill>
                <a:latin typeface="Helvetica Neue"/>
                <a:ea typeface="Helvetica Neue"/>
                <a:cs typeface="Helvetica Neue"/>
              </a:defRPr>
            </a:lvl3pPr>
            <a:lvl4pPr>
              <a:defRPr sz="1875" b="0">
                <a:solidFill>
                  <a:srgbClr val="14362D"/>
                </a:solidFill>
                <a:latin typeface="Helvetica Neue"/>
                <a:ea typeface="Helvetica Neue"/>
                <a:cs typeface="Helvetica Neue"/>
              </a:defRPr>
            </a:lvl4pPr>
            <a:lvl5pPr>
              <a:defRPr sz="1875" b="0">
                <a:solidFill>
                  <a:srgbClr val="14362D"/>
                </a:solidFill>
                <a:latin typeface="Helvetica Neue"/>
                <a:ea typeface="Helvetica Neue"/>
                <a:cs typeface="Helvetica Neue"/>
              </a:defRPr>
            </a:lvl5pPr>
            <a:lvl6pPr>
              <a:defRPr sz="1875" b="0">
                <a:solidFill>
                  <a:srgbClr val="14362D"/>
                </a:solidFill>
                <a:latin typeface="Helvetica Neue"/>
                <a:ea typeface="Helvetica Neue"/>
                <a:cs typeface="Helvetica Neue"/>
              </a:defRPr>
            </a:lvl6pPr>
            <a:lvl7pPr>
              <a:defRPr sz="1875" b="0">
                <a:solidFill>
                  <a:srgbClr val="14362D"/>
                </a:solidFill>
                <a:latin typeface="Helvetica Neue"/>
                <a:ea typeface="Helvetica Neue"/>
                <a:cs typeface="Helvetica Neue"/>
              </a:defRPr>
            </a:lvl7pPr>
            <a:lvl8pPr>
              <a:defRPr sz="1875" b="0">
                <a:solidFill>
                  <a:srgbClr val="14362D"/>
                </a:solidFill>
                <a:latin typeface="Helvetica Neue"/>
                <a:ea typeface="Helvetica Neue"/>
                <a:cs typeface="Helvetica Neue"/>
              </a:defRPr>
            </a:lvl8pPr>
            <a:lvl9pPr>
              <a:defRPr sz="1875" b="0">
                <a:solidFill>
                  <a:srgbClr val="14362D"/>
                </a:solidFill>
                <a:latin typeface="Helvetica Neue"/>
                <a:ea typeface="Helvetica Neue"/>
                <a:cs typeface="Helvetica Neue"/>
              </a:defRPr>
            </a:lvl9pPr>
          </a:lstStyle>
          <a:p xmlns:a="http://schemas.openxmlformats.org/drawingml/2006/main">
            <a:pPr>
              <a:defRPr sz="1875" b="0">
                <a:solidFill>
                  <a:srgbClr val="14362D"/>
                </a:solidFill>
                <a:latin typeface="Helvetica Neue"/>
                <a:ea typeface="Helvetica Neue"/>
                <a:cs typeface="Helvetica Neue"/>
              </a:defRPr>
            </a:pPr>
            <a:r>
              <a:rPr sz="1875" b="0">
                <a:solidFill>
                  <a:srgbClr val="14362D"/>
                </a:solidFill>
                <a:latin typeface="Helvetica Neue"/>
                <a:ea typeface="Helvetica Neue"/>
                <a:cs typeface="Helvetica Neue"/>
              </a:rPr>
              <a:t>Proposed study: 5 creators and 10 visitors. Compare fixed clips with labeled variations.</a:t>
            </a:r>
          </a:p>
        </p:txBody>
      </p:sp>
      <p:sp>
        <p:nvSpPr>
          <p:cNvPr id="11" name="">
            <a:extLst xmlns:a="http://schemas.openxmlformats.org/drawingml/2006/main">
              <a:ext uri="{FF2B5EF4-FFF2-40B4-BE49-F238E27FC236}">
                <a16:creationId xmlns:a16="http://schemas.microsoft.com/office/drawing/2014/main" id="{C83E4103-1825-48E7-B498-0DC9743AAEA3}"/>
              </a:ext>
            </a:extLst>
          </p:cNvPr>
          <p:cNvSpPr>
            <a:spLocks xmlns:a="http://schemas.openxmlformats.org/drawingml/2006/main" noGrp="1"/>
          </p:cNvSpPr>
          <p:nvPr/>
        </p:nvSpPr>
        <p:spPr>
          <a:xfrm xmlns:a="http://schemas.openxmlformats.org/drawingml/2006/main">
            <a:off x="609600" y="5219700"/>
            <a:ext cx="109537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025" b="1">
                <a:solidFill>
                  <a:srgbClr val="2F7760"/>
                </a:solidFill>
                <a:latin typeface="Helvetica Neue"/>
                <a:ea typeface="Helvetica Neue"/>
                <a:cs typeface="Helvetica Neue"/>
              </a:defRPr>
            </a:defPPr>
            <a:lvl1pPr>
              <a:defRPr sz="2025" b="1">
                <a:solidFill>
                  <a:srgbClr val="2F7760"/>
                </a:solidFill>
                <a:latin typeface="Helvetica Neue"/>
                <a:ea typeface="Helvetica Neue"/>
                <a:cs typeface="Helvetica Neue"/>
              </a:defRPr>
            </a:lvl1pPr>
            <a:lvl2pPr>
              <a:defRPr sz="2025" b="1">
                <a:solidFill>
                  <a:srgbClr val="2F7760"/>
                </a:solidFill>
                <a:latin typeface="Helvetica Neue"/>
                <a:ea typeface="Helvetica Neue"/>
                <a:cs typeface="Helvetica Neue"/>
              </a:defRPr>
            </a:lvl2pPr>
            <a:lvl3pPr>
              <a:defRPr sz="2025" b="1">
                <a:solidFill>
                  <a:srgbClr val="2F7760"/>
                </a:solidFill>
                <a:latin typeface="Helvetica Neue"/>
                <a:ea typeface="Helvetica Neue"/>
                <a:cs typeface="Helvetica Neue"/>
              </a:defRPr>
            </a:lvl3pPr>
            <a:lvl4pPr>
              <a:defRPr sz="2025" b="1">
                <a:solidFill>
                  <a:srgbClr val="2F7760"/>
                </a:solidFill>
                <a:latin typeface="Helvetica Neue"/>
                <a:ea typeface="Helvetica Neue"/>
                <a:cs typeface="Helvetica Neue"/>
              </a:defRPr>
            </a:lvl4pPr>
            <a:lvl5pPr>
              <a:defRPr sz="2025" b="1">
                <a:solidFill>
                  <a:srgbClr val="2F7760"/>
                </a:solidFill>
                <a:latin typeface="Helvetica Neue"/>
                <a:ea typeface="Helvetica Neue"/>
                <a:cs typeface="Helvetica Neue"/>
              </a:defRPr>
            </a:lvl5pPr>
            <a:lvl6pPr>
              <a:defRPr sz="2025" b="1">
                <a:solidFill>
                  <a:srgbClr val="2F7760"/>
                </a:solidFill>
                <a:latin typeface="Helvetica Neue"/>
                <a:ea typeface="Helvetica Neue"/>
                <a:cs typeface="Helvetica Neue"/>
              </a:defRPr>
            </a:lvl6pPr>
            <a:lvl7pPr>
              <a:defRPr sz="2025" b="1">
                <a:solidFill>
                  <a:srgbClr val="2F7760"/>
                </a:solidFill>
                <a:latin typeface="Helvetica Neue"/>
                <a:ea typeface="Helvetica Neue"/>
                <a:cs typeface="Helvetica Neue"/>
              </a:defRPr>
            </a:lvl7pPr>
            <a:lvl8pPr>
              <a:defRPr sz="2025" b="1">
                <a:solidFill>
                  <a:srgbClr val="2F7760"/>
                </a:solidFill>
                <a:latin typeface="Helvetica Neue"/>
                <a:ea typeface="Helvetica Neue"/>
                <a:cs typeface="Helvetica Neue"/>
              </a:defRPr>
            </a:lvl8pPr>
            <a:lvl9pPr>
              <a:defRPr sz="2025" b="1">
                <a:solidFill>
                  <a:srgbClr val="2F7760"/>
                </a:solidFill>
                <a:latin typeface="Helvetica Neue"/>
                <a:ea typeface="Helvetica Neue"/>
                <a:cs typeface="Helvetica Neue"/>
              </a:defRPr>
            </a:lvl9pPr>
          </a:lstStyle>
          <a:p xmlns:a="http://schemas.openxmlformats.org/drawingml/2006/main">
            <a:pPr>
              <a:defRPr sz="2025" b="1">
                <a:solidFill>
                  <a:srgbClr val="2F7760"/>
                </a:solidFill>
                <a:latin typeface="Helvetica Neue"/>
                <a:ea typeface="Helvetica Neue"/>
                <a:cs typeface="Helvetica Neue"/>
              </a:defRPr>
            </a:pPr>
            <a:r>
              <a:rPr sz="2025" b="1">
                <a:solidFill>
                  <a:srgbClr val="2F7760"/>
                </a:solidFill>
                <a:latin typeface="Helvetica Neue"/>
                <a:ea typeface="Helvetica Neue"/>
                <a:cs typeface="Helvetica Neue"/>
              </a:rPr>
              <a:t>Proposed gates: complete provenance, no unapproved species in accepted prompts, honest failures</a:t>
            </a:r>
          </a:p>
        </p:txBody>
      </p:sp>
    </p:spTree>
    <p:extLst>
      <p:ext uri="{BB962C8B-B14F-4D97-AF65-F5344CB8AC3E}">
        <p14:creationId xmlns:p14="http://schemas.microsoft.com/office/powerpoint/2010/main" val="1421481448"/>
      </p:ext>
    </p:extLst>
  </p:cSld>
</p:sld>
</file>

<file path=ppt/slides/slide12.xml><?xml version="1.0" encoding="utf-8"?>
<p:sld xmlns:p="http://schemas.openxmlformats.org/presentationml/2006/main">
  <p:cSld>
    <p:bg>
      <p:bgPr>
        <a:solidFill xmlns:a="http://schemas.openxmlformats.org/drawingml/2006/main">
          <a:srgbClr val="F3F1E7"/>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CF48D4F1-E7C7-41A7-B35D-E83D828D555C}"/>
              </a:ext>
            </a:extLst>
          </p:cNvPr>
          <p:cNvSpPr>
            <a:spLocks xmlns:a="http://schemas.openxmlformats.org/drawingml/2006/main" noGrp="1"/>
          </p:cNvSpPr>
          <p:nvPr/>
        </p:nvSpPr>
        <p:spPr>
          <a:xfrm xmlns:a="http://schemas.openxmlformats.org/drawingml/2006/main">
            <a:off x="609600" y="476250"/>
            <a:ext cx="109537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362D"/>
                </a:solidFill>
                <a:latin typeface="Helvetica Neue"/>
                <a:ea typeface="Helvetica Neue"/>
                <a:cs typeface="Helvetica Neue"/>
              </a:defRPr>
            </a:defPPr>
            <a:lvl1pPr>
              <a:defRPr sz="3150" b="1">
                <a:solidFill>
                  <a:srgbClr val="14362D"/>
                </a:solidFill>
                <a:latin typeface="Helvetica Neue"/>
                <a:ea typeface="Helvetica Neue"/>
                <a:cs typeface="Helvetica Neue"/>
              </a:defRPr>
            </a:lvl1pPr>
            <a:lvl2pPr>
              <a:defRPr sz="3150" b="1">
                <a:solidFill>
                  <a:srgbClr val="14362D"/>
                </a:solidFill>
                <a:latin typeface="Helvetica Neue"/>
                <a:ea typeface="Helvetica Neue"/>
                <a:cs typeface="Helvetica Neue"/>
              </a:defRPr>
            </a:lvl2pPr>
            <a:lvl3pPr>
              <a:defRPr sz="3150" b="1">
                <a:solidFill>
                  <a:srgbClr val="14362D"/>
                </a:solidFill>
                <a:latin typeface="Helvetica Neue"/>
                <a:ea typeface="Helvetica Neue"/>
                <a:cs typeface="Helvetica Neue"/>
              </a:defRPr>
            </a:lvl3pPr>
            <a:lvl4pPr>
              <a:defRPr sz="3150" b="1">
                <a:solidFill>
                  <a:srgbClr val="14362D"/>
                </a:solidFill>
                <a:latin typeface="Helvetica Neue"/>
                <a:ea typeface="Helvetica Neue"/>
                <a:cs typeface="Helvetica Neue"/>
              </a:defRPr>
            </a:lvl4pPr>
            <a:lvl5pPr>
              <a:defRPr sz="3150" b="1">
                <a:solidFill>
                  <a:srgbClr val="14362D"/>
                </a:solidFill>
                <a:latin typeface="Helvetica Neue"/>
                <a:ea typeface="Helvetica Neue"/>
                <a:cs typeface="Helvetica Neue"/>
              </a:defRPr>
            </a:lvl5pPr>
            <a:lvl6pPr>
              <a:defRPr sz="3150" b="1">
                <a:solidFill>
                  <a:srgbClr val="14362D"/>
                </a:solidFill>
                <a:latin typeface="Helvetica Neue"/>
                <a:ea typeface="Helvetica Neue"/>
                <a:cs typeface="Helvetica Neue"/>
              </a:defRPr>
            </a:lvl6pPr>
            <a:lvl7pPr>
              <a:defRPr sz="3150" b="1">
                <a:solidFill>
                  <a:srgbClr val="14362D"/>
                </a:solidFill>
                <a:latin typeface="Helvetica Neue"/>
                <a:ea typeface="Helvetica Neue"/>
                <a:cs typeface="Helvetica Neue"/>
              </a:defRPr>
            </a:lvl7pPr>
            <a:lvl8pPr>
              <a:defRPr sz="3150" b="1">
                <a:solidFill>
                  <a:srgbClr val="14362D"/>
                </a:solidFill>
                <a:latin typeface="Helvetica Neue"/>
                <a:ea typeface="Helvetica Neue"/>
                <a:cs typeface="Helvetica Neue"/>
              </a:defRPr>
            </a:lvl8pPr>
            <a:lvl9pPr>
              <a:defRPr sz="3150" b="1">
                <a:solidFill>
                  <a:srgbClr val="14362D"/>
                </a:solidFill>
                <a:latin typeface="Helvetica Neue"/>
                <a:ea typeface="Helvetica Neue"/>
                <a:cs typeface="Helvetica Neue"/>
              </a:defRPr>
            </a:lvl9pPr>
          </a:lstStyle>
          <a:p xmlns:a="http://schemas.openxmlformats.org/drawingml/2006/main">
            <a:pPr>
              <a:defRPr sz="3150" b="1">
                <a:solidFill>
                  <a:srgbClr val="14362D"/>
                </a:solidFill>
                <a:latin typeface="Helvetica Neue"/>
                <a:ea typeface="Helvetica Neue"/>
                <a:cs typeface="Helvetica Neue"/>
              </a:defRPr>
            </a:pPr>
            <a:r>
              <a:rPr sz="3150" b="1">
                <a:solidFill>
                  <a:srgbClr val="14362D"/>
                </a:solidFill>
                <a:latin typeface="Helvetica Neue"/>
                <a:ea typeface="Helvetica Neue"/>
                <a:cs typeface="Helvetica Neue"/>
              </a:rPr>
              <a:t>Stage II development plan</a:t>
            </a:r>
          </a:p>
        </p:txBody>
      </p:sp>
      <p:sp>
        <p:nvSpPr>
          <p:cNvPr id="2" name="">
            <a:extLst xmlns:a="http://schemas.openxmlformats.org/drawingml/2006/main">
              <a:ext uri="{FF2B5EF4-FFF2-40B4-BE49-F238E27FC236}">
                <a16:creationId xmlns:a16="http://schemas.microsoft.com/office/drawing/2014/main" id="{2B684ABA-7204-40BA-A4D5-55F0B75B74B4}"/>
              </a:ext>
            </a:extLst>
          </p:cNvPr>
          <p:cNvSpPr>
            <a:spLocks xmlns:a="http://schemas.openxmlformats.org/drawingml/2006/main" noGrp="1"/>
          </p:cNvSpPr>
          <p:nvPr/>
        </p:nvSpPr>
        <p:spPr>
          <a:xfrm xmlns:a="http://schemas.openxmlformats.org/drawingml/2006/main">
            <a:off x="609600" y="1533525"/>
            <a:ext cx="10972800" cy="19050"/>
          </a:xfrm>
          <a:prstGeom xmlns:a="http://schemas.openxmlformats.org/drawingml/2006/main" prst="rect">
            <a:avLst/>
          </a:prstGeom>
          <a:solidFill xmlns:a="http://schemas.openxmlformats.org/drawingml/2006/main">
            <a:srgbClr val="C5CCC1"/>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E3C923B4-34D7-4196-BC15-C98B50AC423F}"/>
              </a:ext>
            </a:extLst>
          </p:cNvPr>
          <p:cNvSpPr>
            <a:spLocks xmlns:a="http://schemas.openxmlformats.org/drawingml/2006/main" noGrp="1"/>
          </p:cNvSpPr>
          <p:nvPr/>
        </p:nvSpPr>
        <p:spPr>
          <a:xfrm xmlns:a="http://schemas.openxmlformats.org/drawingml/2006/main">
            <a:off x="609600" y="6419850"/>
            <a:ext cx="9525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50665B"/>
                </a:solidFill>
                <a:latin typeface="Helvetica Neue"/>
                <a:ea typeface="Helvetica Neue"/>
                <a:cs typeface="Helvetica Neue"/>
              </a:defRPr>
            </a:defPPr>
            <a:lvl1pPr>
              <a:defRPr sz="1050" b="0">
                <a:solidFill>
                  <a:srgbClr val="50665B"/>
                </a:solidFill>
                <a:latin typeface="Helvetica Neue"/>
                <a:ea typeface="Helvetica Neue"/>
                <a:cs typeface="Helvetica Neue"/>
              </a:defRPr>
            </a:lvl1pPr>
            <a:lvl2pPr>
              <a:defRPr sz="1050" b="0">
                <a:solidFill>
                  <a:srgbClr val="50665B"/>
                </a:solidFill>
                <a:latin typeface="Helvetica Neue"/>
                <a:ea typeface="Helvetica Neue"/>
                <a:cs typeface="Helvetica Neue"/>
              </a:defRPr>
            </a:lvl2pPr>
            <a:lvl3pPr>
              <a:defRPr sz="1050" b="0">
                <a:solidFill>
                  <a:srgbClr val="50665B"/>
                </a:solidFill>
                <a:latin typeface="Helvetica Neue"/>
                <a:ea typeface="Helvetica Neue"/>
                <a:cs typeface="Helvetica Neue"/>
              </a:defRPr>
            </a:lvl3pPr>
            <a:lvl4pPr>
              <a:defRPr sz="1050" b="0">
                <a:solidFill>
                  <a:srgbClr val="50665B"/>
                </a:solidFill>
                <a:latin typeface="Helvetica Neue"/>
                <a:ea typeface="Helvetica Neue"/>
                <a:cs typeface="Helvetica Neue"/>
              </a:defRPr>
            </a:lvl4pPr>
            <a:lvl5pPr>
              <a:defRPr sz="1050" b="0">
                <a:solidFill>
                  <a:srgbClr val="50665B"/>
                </a:solidFill>
                <a:latin typeface="Helvetica Neue"/>
                <a:ea typeface="Helvetica Neue"/>
                <a:cs typeface="Helvetica Neue"/>
              </a:defRPr>
            </a:lvl5pPr>
            <a:lvl6pPr>
              <a:defRPr sz="1050" b="0">
                <a:solidFill>
                  <a:srgbClr val="50665B"/>
                </a:solidFill>
                <a:latin typeface="Helvetica Neue"/>
                <a:ea typeface="Helvetica Neue"/>
                <a:cs typeface="Helvetica Neue"/>
              </a:defRPr>
            </a:lvl6pPr>
            <a:lvl7pPr>
              <a:defRPr sz="1050" b="0">
                <a:solidFill>
                  <a:srgbClr val="50665B"/>
                </a:solidFill>
                <a:latin typeface="Helvetica Neue"/>
                <a:ea typeface="Helvetica Neue"/>
                <a:cs typeface="Helvetica Neue"/>
              </a:defRPr>
            </a:lvl7pPr>
            <a:lvl8pPr>
              <a:defRPr sz="1050" b="0">
                <a:solidFill>
                  <a:srgbClr val="50665B"/>
                </a:solidFill>
                <a:latin typeface="Helvetica Neue"/>
                <a:ea typeface="Helvetica Neue"/>
                <a:cs typeface="Helvetica Neue"/>
              </a:defRPr>
            </a:lvl8pPr>
            <a:lvl9pPr>
              <a:defRPr sz="1050" b="0">
                <a:solidFill>
                  <a:srgbClr val="50665B"/>
                </a:solidFill>
                <a:latin typeface="Helvetica Neue"/>
                <a:ea typeface="Helvetica Neue"/>
                <a:cs typeface="Helvetica Neue"/>
              </a:defRPr>
            </a:lvl9pPr>
          </a:lstStyle>
          <a:p xmlns:a="http://schemas.openxmlformats.org/drawingml/2006/main">
            <a:pPr>
              <a:defRPr sz="1050" b="0">
                <a:solidFill>
                  <a:srgbClr val="50665B"/>
                </a:solidFill>
                <a:latin typeface="Helvetica Neue"/>
                <a:ea typeface="Helvetica Neue"/>
                <a:cs typeface="Helvetica Neue"/>
              </a:defRPr>
            </a:pPr>
            <a:r>
              <a:rPr sz="1050" b="0">
                <a:solidFill>
                  <a:srgbClr val="50665B"/>
                </a:solidFill>
                <a:latin typeface="Helvetica Neue"/>
                <a:ea typeface="Helvetica Neue"/>
                <a:cs typeface="Helvetica Neue"/>
              </a:rPr>
              <a:t>STAGE I / PROJECT PLAN</a:t>
            </a:r>
          </a:p>
        </p:txBody>
      </p:sp>
      <p:sp>
        <p:nvSpPr>
          <p:cNvPr id="4" name="">
            <a:extLst xmlns:a="http://schemas.openxmlformats.org/drawingml/2006/main">
              <a:ext uri="{FF2B5EF4-FFF2-40B4-BE49-F238E27FC236}">
                <a16:creationId xmlns:a16="http://schemas.microsoft.com/office/drawing/2014/main" id="{2907A1F7-F3F4-45C0-AFEA-EF081DB07D29}"/>
              </a:ext>
            </a:extLst>
          </p:cNvPr>
          <p:cNvSpPr>
            <a:spLocks xmlns:a="http://schemas.openxmlformats.org/drawingml/2006/main" noGrp="1"/>
          </p:cNvSpPr>
          <p:nvPr/>
        </p:nvSpPr>
        <p:spPr>
          <a:xfrm xmlns:a="http://schemas.openxmlformats.org/drawingml/2006/main">
            <a:off x="11106150" y="6419850"/>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50665B"/>
                </a:solidFill>
                <a:latin typeface="Helvetica Neue"/>
                <a:ea typeface="Helvetica Neue"/>
                <a:cs typeface="Helvetica Neue"/>
              </a:defRPr>
            </a:defPPr>
            <a:lvl1pPr>
              <a:defRPr sz="1050" b="0">
                <a:solidFill>
                  <a:srgbClr val="50665B"/>
                </a:solidFill>
                <a:latin typeface="Helvetica Neue"/>
                <a:ea typeface="Helvetica Neue"/>
                <a:cs typeface="Helvetica Neue"/>
              </a:defRPr>
            </a:lvl1pPr>
            <a:lvl2pPr>
              <a:defRPr sz="1050" b="0">
                <a:solidFill>
                  <a:srgbClr val="50665B"/>
                </a:solidFill>
                <a:latin typeface="Helvetica Neue"/>
                <a:ea typeface="Helvetica Neue"/>
                <a:cs typeface="Helvetica Neue"/>
              </a:defRPr>
            </a:lvl2pPr>
            <a:lvl3pPr>
              <a:defRPr sz="1050" b="0">
                <a:solidFill>
                  <a:srgbClr val="50665B"/>
                </a:solidFill>
                <a:latin typeface="Helvetica Neue"/>
                <a:ea typeface="Helvetica Neue"/>
                <a:cs typeface="Helvetica Neue"/>
              </a:defRPr>
            </a:lvl3pPr>
            <a:lvl4pPr>
              <a:defRPr sz="1050" b="0">
                <a:solidFill>
                  <a:srgbClr val="50665B"/>
                </a:solidFill>
                <a:latin typeface="Helvetica Neue"/>
                <a:ea typeface="Helvetica Neue"/>
                <a:cs typeface="Helvetica Neue"/>
              </a:defRPr>
            </a:lvl4pPr>
            <a:lvl5pPr>
              <a:defRPr sz="1050" b="0">
                <a:solidFill>
                  <a:srgbClr val="50665B"/>
                </a:solidFill>
                <a:latin typeface="Helvetica Neue"/>
                <a:ea typeface="Helvetica Neue"/>
                <a:cs typeface="Helvetica Neue"/>
              </a:defRPr>
            </a:lvl5pPr>
            <a:lvl6pPr>
              <a:defRPr sz="1050" b="0">
                <a:solidFill>
                  <a:srgbClr val="50665B"/>
                </a:solidFill>
                <a:latin typeface="Helvetica Neue"/>
                <a:ea typeface="Helvetica Neue"/>
                <a:cs typeface="Helvetica Neue"/>
              </a:defRPr>
            </a:lvl6pPr>
            <a:lvl7pPr>
              <a:defRPr sz="1050" b="0">
                <a:solidFill>
                  <a:srgbClr val="50665B"/>
                </a:solidFill>
                <a:latin typeface="Helvetica Neue"/>
                <a:ea typeface="Helvetica Neue"/>
                <a:cs typeface="Helvetica Neue"/>
              </a:defRPr>
            </a:lvl7pPr>
            <a:lvl8pPr>
              <a:defRPr sz="1050" b="0">
                <a:solidFill>
                  <a:srgbClr val="50665B"/>
                </a:solidFill>
                <a:latin typeface="Helvetica Neue"/>
                <a:ea typeface="Helvetica Neue"/>
                <a:cs typeface="Helvetica Neue"/>
              </a:defRPr>
            </a:lvl8pPr>
            <a:lvl9pPr>
              <a:defRPr sz="1050" b="0">
                <a:solidFill>
                  <a:srgbClr val="50665B"/>
                </a:solidFill>
                <a:latin typeface="Helvetica Neue"/>
                <a:ea typeface="Helvetica Neue"/>
                <a:cs typeface="Helvetica Neue"/>
              </a:defRPr>
            </a:lvl9pPr>
          </a:lstStyle>
          <a:p xmlns:a="http://schemas.openxmlformats.org/drawingml/2006/main">
            <a:pPr>
              <a:defRPr sz="1050" b="0">
                <a:solidFill>
                  <a:srgbClr val="50665B"/>
                </a:solidFill>
                <a:latin typeface="Helvetica Neue"/>
                <a:ea typeface="Helvetica Neue"/>
                <a:cs typeface="Helvetica Neue"/>
              </a:defRPr>
            </a:pPr>
            <a:r>
              <a:rPr sz="1050" b="0">
                <a:solidFill>
                  <a:srgbClr val="50665B"/>
                </a:solidFill>
                <a:latin typeface="Helvetica Neue"/>
                <a:ea typeface="Helvetica Neue"/>
                <a:cs typeface="Helvetica Neue"/>
              </a:rPr>
              <a:t>12</a:t>
            </a:r>
          </a:p>
        </p:txBody>
      </p:sp>
      <p:sp>
        <p:nvSpPr>
          <p:cNvPr id="5" name="">
            <a:extLst xmlns:a="http://schemas.openxmlformats.org/drawingml/2006/main">
              <a:ext uri="{FF2B5EF4-FFF2-40B4-BE49-F238E27FC236}">
                <a16:creationId xmlns:a16="http://schemas.microsoft.com/office/drawing/2014/main" id="{34315003-F934-4C3E-8459-574A9B94F2AF}"/>
              </a:ext>
            </a:extLst>
          </p:cNvPr>
          <p:cNvSpPr>
            <a:spLocks xmlns:a="http://schemas.openxmlformats.org/drawingml/2006/main" noGrp="1"/>
          </p:cNvSpPr>
          <p:nvPr/>
        </p:nvSpPr>
        <p:spPr>
          <a:xfrm xmlns:a="http://schemas.openxmlformats.org/drawingml/2006/main">
            <a:off x="609600" y="1952625"/>
            <a:ext cx="2667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100" b="1">
                <a:solidFill>
                  <a:srgbClr val="2F7760"/>
                </a:solidFill>
                <a:latin typeface="Helvetica Neue"/>
                <a:ea typeface="Helvetica Neue"/>
                <a:cs typeface="Helvetica Neue"/>
              </a:defRPr>
            </a:defPPr>
            <a:lvl1pPr>
              <a:defRPr sz="2100" b="1">
                <a:solidFill>
                  <a:srgbClr val="2F7760"/>
                </a:solidFill>
                <a:latin typeface="Helvetica Neue"/>
                <a:ea typeface="Helvetica Neue"/>
                <a:cs typeface="Helvetica Neue"/>
              </a:defRPr>
            </a:lvl1pPr>
            <a:lvl2pPr>
              <a:defRPr sz="2100" b="1">
                <a:solidFill>
                  <a:srgbClr val="2F7760"/>
                </a:solidFill>
                <a:latin typeface="Helvetica Neue"/>
                <a:ea typeface="Helvetica Neue"/>
                <a:cs typeface="Helvetica Neue"/>
              </a:defRPr>
            </a:lvl2pPr>
            <a:lvl3pPr>
              <a:defRPr sz="2100" b="1">
                <a:solidFill>
                  <a:srgbClr val="2F7760"/>
                </a:solidFill>
                <a:latin typeface="Helvetica Neue"/>
                <a:ea typeface="Helvetica Neue"/>
                <a:cs typeface="Helvetica Neue"/>
              </a:defRPr>
            </a:lvl3pPr>
            <a:lvl4pPr>
              <a:defRPr sz="2100" b="1">
                <a:solidFill>
                  <a:srgbClr val="2F7760"/>
                </a:solidFill>
                <a:latin typeface="Helvetica Neue"/>
                <a:ea typeface="Helvetica Neue"/>
                <a:cs typeface="Helvetica Neue"/>
              </a:defRPr>
            </a:lvl4pPr>
            <a:lvl5pPr>
              <a:defRPr sz="2100" b="1">
                <a:solidFill>
                  <a:srgbClr val="2F7760"/>
                </a:solidFill>
                <a:latin typeface="Helvetica Neue"/>
                <a:ea typeface="Helvetica Neue"/>
                <a:cs typeface="Helvetica Neue"/>
              </a:defRPr>
            </a:lvl5pPr>
            <a:lvl6pPr>
              <a:defRPr sz="2100" b="1">
                <a:solidFill>
                  <a:srgbClr val="2F7760"/>
                </a:solidFill>
                <a:latin typeface="Helvetica Neue"/>
                <a:ea typeface="Helvetica Neue"/>
                <a:cs typeface="Helvetica Neue"/>
              </a:defRPr>
            </a:lvl6pPr>
            <a:lvl7pPr>
              <a:defRPr sz="2100" b="1">
                <a:solidFill>
                  <a:srgbClr val="2F7760"/>
                </a:solidFill>
                <a:latin typeface="Helvetica Neue"/>
                <a:ea typeface="Helvetica Neue"/>
                <a:cs typeface="Helvetica Neue"/>
              </a:defRPr>
            </a:lvl7pPr>
            <a:lvl8pPr>
              <a:defRPr sz="2100" b="1">
                <a:solidFill>
                  <a:srgbClr val="2F7760"/>
                </a:solidFill>
                <a:latin typeface="Helvetica Neue"/>
                <a:ea typeface="Helvetica Neue"/>
                <a:cs typeface="Helvetica Neue"/>
              </a:defRPr>
            </a:lvl8pPr>
            <a:lvl9pPr>
              <a:defRPr sz="2100" b="1">
                <a:solidFill>
                  <a:srgbClr val="2F7760"/>
                </a:solidFill>
                <a:latin typeface="Helvetica Neue"/>
                <a:ea typeface="Helvetica Neue"/>
                <a:cs typeface="Helvetica Neue"/>
              </a:defRPr>
            </a:lvl9pPr>
          </a:lstStyle>
          <a:p xmlns:a="http://schemas.openxmlformats.org/drawingml/2006/main">
            <a:pPr>
              <a:defRPr sz="2100" b="1">
                <a:solidFill>
                  <a:srgbClr val="2F7760"/>
                </a:solidFill>
                <a:latin typeface="Helvetica Neue"/>
                <a:ea typeface="Helvetica Neue"/>
                <a:cs typeface="Helvetica Neue"/>
              </a:defRPr>
            </a:pPr>
            <a:r>
              <a:rPr sz="2100" b="1">
                <a:solidFill>
                  <a:srgbClr val="2F7760"/>
                </a:solidFill>
                <a:latin typeface="Helvetica Neue"/>
                <a:ea typeface="Helvetica Neue"/>
                <a:cs typeface="Helvetica Neue"/>
              </a:rPr>
              <a:t>06–13 Nov</a:t>
            </a:r>
          </a:p>
        </p:txBody>
      </p:sp>
      <p:sp>
        <p:nvSpPr>
          <p:cNvPr id="6" name="">
            <a:extLst xmlns:a="http://schemas.openxmlformats.org/drawingml/2006/main">
              <a:ext uri="{FF2B5EF4-FFF2-40B4-BE49-F238E27FC236}">
                <a16:creationId xmlns:a16="http://schemas.microsoft.com/office/drawing/2014/main" id="{6E887EC7-D1B1-4A51-8A7E-5F2B8E2555D8}"/>
              </a:ext>
            </a:extLst>
          </p:cNvPr>
          <p:cNvSpPr>
            <a:spLocks xmlns:a="http://schemas.openxmlformats.org/drawingml/2006/main" noGrp="1"/>
          </p:cNvSpPr>
          <p:nvPr/>
        </p:nvSpPr>
        <p:spPr>
          <a:xfrm xmlns:a="http://schemas.openxmlformats.org/drawingml/2006/main">
            <a:off x="3695700" y="1952625"/>
            <a:ext cx="7620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025" b="0">
                <a:solidFill>
                  <a:srgbClr val="14362D"/>
                </a:solidFill>
                <a:latin typeface="Helvetica Neue"/>
                <a:ea typeface="Helvetica Neue"/>
                <a:cs typeface="Helvetica Neue"/>
              </a:defRPr>
            </a:defPPr>
            <a:lvl1pPr>
              <a:defRPr sz="2025" b="0">
                <a:solidFill>
                  <a:srgbClr val="14362D"/>
                </a:solidFill>
                <a:latin typeface="Helvetica Neue"/>
                <a:ea typeface="Helvetica Neue"/>
                <a:cs typeface="Helvetica Neue"/>
              </a:defRPr>
            </a:lvl1pPr>
            <a:lvl2pPr>
              <a:defRPr sz="2025" b="0">
                <a:solidFill>
                  <a:srgbClr val="14362D"/>
                </a:solidFill>
                <a:latin typeface="Helvetica Neue"/>
                <a:ea typeface="Helvetica Neue"/>
                <a:cs typeface="Helvetica Neue"/>
              </a:defRPr>
            </a:lvl2pPr>
            <a:lvl3pPr>
              <a:defRPr sz="2025" b="0">
                <a:solidFill>
                  <a:srgbClr val="14362D"/>
                </a:solidFill>
                <a:latin typeface="Helvetica Neue"/>
                <a:ea typeface="Helvetica Neue"/>
                <a:cs typeface="Helvetica Neue"/>
              </a:defRPr>
            </a:lvl3pPr>
            <a:lvl4pPr>
              <a:defRPr sz="2025" b="0">
                <a:solidFill>
                  <a:srgbClr val="14362D"/>
                </a:solidFill>
                <a:latin typeface="Helvetica Neue"/>
                <a:ea typeface="Helvetica Neue"/>
                <a:cs typeface="Helvetica Neue"/>
              </a:defRPr>
            </a:lvl4pPr>
            <a:lvl5pPr>
              <a:defRPr sz="2025" b="0">
                <a:solidFill>
                  <a:srgbClr val="14362D"/>
                </a:solidFill>
                <a:latin typeface="Helvetica Neue"/>
                <a:ea typeface="Helvetica Neue"/>
                <a:cs typeface="Helvetica Neue"/>
              </a:defRPr>
            </a:lvl5pPr>
            <a:lvl6pPr>
              <a:defRPr sz="2025" b="0">
                <a:solidFill>
                  <a:srgbClr val="14362D"/>
                </a:solidFill>
                <a:latin typeface="Helvetica Neue"/>
                <a:ea typeface="Helvetica Neue"/>
                <a:cs typeface="Helvetica Neue"/>
              </a:defRPr>
            </a:lvl6pPr>
            <a:lvl7pPr>
              <a:defRPr sz="2025" b="0">
                <a:solidFill>
                  <a:srgbClr val="14362D"/>
                </a:solidFill>
                <a:latin typeface="Helvetica Neue"/>
                <a:ea typeface="Helvetica Neue"/>
                <a:cs typeface="Helvetica Neue"/>
              </a:defRPr>
            </a:lvl7pPr>
            <a:lvl8pPr>
              <a:defRPr sz="2025" b="0">
                <a:solidFill>
                  <a:srgbClr val="14362D"/>
                </a:solidFill>
                <a:latin typeface="Helvetica Neue"/>
                <a:ea typeface="Helvetica Neue"/>
                <a:cs typeface="Helvetica Neue"/>
              </a:defRPr>
            </a:lvl8pPr>
            <a:lvl9pPr>
              <a:defRPr sz="2025" b="0">
                <a:solidFill>
                  <a:srgbClr val="14362D"/>
                </a:solidFill>
                <a:latin typeface="Helvetica Neue"/>
                <a:ea typeface="Helvetica Neue"/>
                <a:cs typeface="Helvetica Neue"/>
              </a:defRPr>
            </a:lvl9pPr>
          </a:lstStyle>
          <a:p xmlns:a="http://schemas.openxmlformats.org/drawingml/2006/main">
            <a:pPr>
              <a:defRPr sz="2025" b="0">
                <a:solidFill>
                  <a:srgbClr val="14362D"/>
                </a:solidFill>
                <a:latin typeface="Helvetica Neue"/>
                <a:ea typeface="Helvetica Neue"/>
                <a:cs typeface="Helvetica Neue"/>
              </a:defRPr>
            </a:pPr>
            <a:r>
              <a:rPr sz="2025" b="0">
                <a:solidFill>
                  <a:srgbClr val="14362D"/>
                </a:solidFill>
                <a:latin typeface="Helvetica Neue"/>
                <a:ea typeface="Helvetica Neue"/>
                <a:cs typeface="Helvetica Neue"/>
              </a:rPr>
              <a:t>Device and model</a:t>
            </a:r>
          </a:p>
          <a:p xmlns:a="http://schemas.openxmlformats.org/drawingml/2006/main">
            <a:pPr>
              <a:defRPr sz="2025" b="0">
                <a:solidFill>
                  <a:srgbClr val="14362D"/>
                </a:solidFill>
                <a:latin typeface="Helvetica Neue"/>
                <a:ea typeface="Helvetica Neue"/>
                <a:cs typeface="Helvetica Neue"/>
              </a:defRPr>
            </a:pPr>
            <a:r>
              <a:rPr sz="2025" b="0">
                <a:solidFill>
                  <a:srgbClr val="14362D"/>
                </a:solidFill>
                <a:latin typeface="Helvetica Neue"/>
                <a:ea typeface="Helvetica Neue"/>
                <a:cs typeface="Helvetica Neue"/>
              </a:rPr>
              <a:t>compatibility baseline</a:t>
            </a:r>
          </a:p>
        </p:txBody>
      </p:sp>
      <p:sp>
        <p:nvSpPr>
          <p:cNvPr id="7" name="">
            <a:extLst xmlns:a="http://schemas.openxmlformats.org/drawingml/2006/main">
              <a:ext uri="{FF2B5EF4-FFF2-40B4-BE49-F238E27FC236}">
                <a16:creationId xmlns:a16="http://schemas.microsoft.com/office/drawing/2014/main" id="{4530D0DA-F031-4D48-B5BE-9BDFCCEFF5DD}"/>
              </a:ext>
            </a:extLst>
          </p:cNvPr>
          <p:cNvSpPr>
            <a:spLocks xmlns:a="http://schemas.openxmlformats.org/drawingml/2006/main" noGrp="1"/>
          </p:cNvSpPr>
          <p:nvPr/>
        </p:nvSpPr>
        <p:spPr>
          <a:xfrm xmlns:a="http://schemas.openxmlformats.org/drawingml/2006/main">
            <a:off x="609600" y="2838450"/>
            <a:ext cx="10972800" cy="9525"/>
          </a:xfrm>
          <a:prstGeom xmlns:a="http://schemas.openxmlformats.org/drawingml/2006/main" prst="rect">
            <a:avLst/>
          </a:prstGeom>
          <a:solidFill xmlns:a="http://schemas.openxmlformats.org/drawingml/2006/main">
            <a:srgbClr val="C5CCC1"/>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ACE35AE-945F-4690-85FA-6BC81FC213CA}"/>
              </a:ext>
            </a:extLst>
          </p:cNvPr>
          <p:cNvSpPr>
            <a:spLocks xmlns:a="http://schemas.openxmlformats.org/drawingml/2006/main" noGrp="1"/>
          </p:cNvSpPr>
          <p:nvPr/>
        </p:nvSpPr>
        <p:spPr>
          <a:xfrm xmlns:a="http://schemas.openxmlformats.org/drawingml/2006/main">
            <a:off x="609600" y="2933700"/>
            <a:ext cx="2667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100" b="1">
                <a:solidFill>
                  <a:srgbClr val="2F7760"/>
                </a:solidFill>
                <a:latin typeface="Helvetica Neue"/>
                <a:ea typeface="Helvetica Neue"/>
                <a:cs typeface="Helvetica Neue"/>
              </a:defRPr>
            </a:defPPr>
            <a:lvl1pPr>
              <a:defRPr sz="2100" b="1">
                <a:solidFill>
                  <a:srgbClr val="2F7760"/>
                </a:solidFill>
                <a:latin typeface="Helvetica Neue"/>
                <a:ea typeface="Helvetica Neue"/>
                <a:cs typeface="Helvetica Neue"/>
              </a:defRPr>
            </a:lvl1pPr>
            <a:lvl2pPr>
              <a:defRPr sz="2100" b="1">
                <a:solidFill>
                  <a:srgbClr val="2F7760"/>
                </a:solidFill>
                <a:latin typeface="Helvetica Neue"/>
                <a:ea typeface="Helvetica Neue"/>
                <a:cs typeface="Helvetica Neue"/>
              </a:defRPr>
            </a:lvl2pPr>
            <a:lvl3pPr>
              <a:defRPr sz="2100" b="1">
                <a:solidFill>
                  <a:srgbClr val="2F7760"/>
                </a:solidFill>
                <a:latin typeface="Helvetica Neue"/>
                <a:ea typeface="Helvetica Neue"/>
                <a:cs typeface="Helvetica Neue"/>
              </a:defRPr>
            </a:lvl3pPr>
            <a:lvl4pPr>
              <a:defRPr sz="2100" b="1">
                <a:solidFill>
                  <a:srgbClr val="2F7760"/>
                </a:solidFill>
                <a:latin typeface="Helvetica Neue"/>
                <a:ea typeface="Helvetica Neue"/>
                <a:cs typeface="Helvetica Neue"/>
              </a:defRPr>
            </a:lvl4pPr>
            <a:lvl5pPr>
              <a:defRPr sz="2100" b="1">
                <a:solidFill>
                  <a:srgbClr val="2F7760"/>
                </a:solidFill>
                <a:latin typeface="Helvetica Neue"/>
                <a:ea typeface="Helvetica Neue"/>
                <a:cs typeface="Helvetica Neue"/>
              </a:defRPr>
            </a:lvl5pPr>
            <a:lvl6pPr>
              <a:defRPr sz="2100" b="1">
                <a:solidFill>
                  <a:srgbClr val="2F7760"/>
                </a:solidFill>
                <a:latin typeface="Helvetica Neue"/>
                <a:ea typeface="Helvetica Neue"/>
                <a:cs typeface="Helvetica Neue"/>
              </a:defRPr>
            </a:lvl6pPr>
            <a:lvl7pPr>
              <a:defRPr sz="2100" b="1">
                <a:solidFill>
                  <a:srgbClr val="2F7760"/>
                </a:solidFill>
                <a:latin typeface="Helvetica Neue"/>
                <a:ea typeface="Helvetica Neue"/>
                <a:cs typeface="Helvetica Neue"/>
              </a:defRPr>
            </a:lvl7pPr>
            <a:lvl8pPr>
              <a:defRPr sz="2100" b="1">
                <a:solidFill>
                  <a:srgbClr val="2F7760"/>
                </a:solidFill>
                <a:latin typeface="Helvetica Neue"/>
                <a:ea typeface="Helvetica Neue"/>
                <a:cs typeface="Helvetica Neue"/>
              </a:defRPr>
            </a:lvl8pPr>
            <a:lvl9pPr>
              <a:defRPr sz="2100" b="1">
                <a:solidFill>
                  <a:srgbClr val="2F7760"/>
                </a:solidFill>
                <a:latin typeface="Helvetica Neue"/>
                <a:ea typeface="Helvetica Neue"/>
                <a:cs typeface="Helvetica Neue"/>
              </a:defRPr>
            </a:lvl9pPr>
          </a:lstStyle>
          <a:p xmlns:a="http://schemas.openxmlformats.org/drawingml/2006/main">
            <a:pPr>
              <a:defRPr sz="2100" b="1">
                <a:solidFill>
                  <a:srgbClr val="2F7760"/>
                </a:solidFill>
                <a:latin typeface="Helvetica Neue"/>
                <a:ea typeface="Helvetica Neue"/>
                <a:cs typeface="Helvetica Neue"/>
              </a:defRPr>
            </a:pPr>
            <a:r>
              <a:rPr sz="2100" b="1">
                <a:solidFill>
                  <a:srgbClr val="2F7760"/>
                </a:solidFill>
                <a:latin typeface="Helvetica Neue"/>
                <a:ea typeface="Helvetica Neue"/>
                <a:cs typeface="Helvetica Neue"/>
              </a:rPr>
              <a:t>14–20 Nov</a:t>
            </a:r>
          </a:p>
        </p:txBody>
      </p:sp>
      <p:sp>
        <p:nvSpPr>
          <p:cNvPr id="9" name="">
            <a:extLst xmlns:a="http://schemas.openxmlformats.org/drawingml/2006/main">
              <a:ext uri="{FF2B5EF4-FFF2-40B4-BE49-F238E27FC236}">
                <a16:creationId xmlns:a16="http://schemas.microsoft.com/office/drawing/2014/main" id="{9007FA87-3551-4709-8D00-2B3C8CAABA9D}"/>
              </a:ext>
            </a:extLst>
          </p:cNvPr>
          <p:cNvSpPr>
            <a:spLocks xmlns:a="http://schemas.openxmlformats.org/drawingml/2006/main" noGrp="1"/>
          </p:cNvSpPr>
          <p:nvPr/>
        </p:nvSpPr>
        <p:spPr>
          <a:xfrm xmlns:a="http://schemas.openxmlformats.org/drawingml/2006/main">
            <a:off x="3695700" y="2933700"/>
            <a:ext cx="7620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025" b="0">
                <a:solidFill>
                  <a:srgbClr val="14362D"/>
                </a:solidFill>
                <a:latin typeface="Helvetica Neue"/>
                <a:ea typeface="Helvetica Neue"/>
                <a:cs typeface="Helvetica Neue"/>
              </a:defRPr>
            </a:defPPr>
            <a:lvl1pPr>
              <a:defRPr sz="2025" b="0">
                <a:solidFill>
                  <a:srgbClr val="14362D"/>
                </a:solidFill>
                <a:latin typeface="Helvetica Neue"/>
                <a:ea typeface="Helvetica Neue"/>
                <a:cs typeface="Helvetica Neue"/>
              </a:defRPr>
            </a:lvl1pPr>
            <a:lvl2pPr>
              <a:defRPr sz="2025" b="0">
                <a:solidFill>
                  <a:srgbClr val="14362D"/>
                </a:solidFill>
                <a:latin typeface="Helvetica Neue"/>
                <a:ea typeface="Helvetica Neue"/>
                <a:cs typeface="Helvetica Neue"/>
              </a:defRPr>
            </a:lvl2pPr>
            <a:lvl3pPr>
              <a:defRPr sz="2025" b="0">
                <a:solidFill>
                  <a:srgbClr val="14362D"/>
                </a:solidFill>
                <a:latin typeface="Helvetica Neue"/>
                <a:ea typeface="Helvetica Neue"/>
                <a:cs typeface="Helvetica Neue"/>
              </a:defRPr>
            </a:lvl3pPr>
            <a:lvl4pPr>
              <a:defRPr sz="2025" b="0">
                <a:solidFill>
                  <a:srgbClr val="14362D"/>
                </a:solidFill>
                <a:latin typeface="Helvetica Neue"/>
                <a:ea typeface="Helvetica Neue"/>
                <a:cs typeface="Helvetica Neue"/>
              </a:defRPr>
            </a:lvl4pPr>
            <a:lvl5pPr>
              <a:defRPr sz="2025" b="0">
                <a:solidFill>
                  <a:srgbClr val="14362D"/>
                </a:solidFill>
                <a:latin typeface="Helvetica Neue"/>
                <a:ea typeface="Helvetica Neue"/>
                <a:cs typeface="Helvetica Neue"/>
              </a:defRPr>
            </a:lvl5pPr>
            <a:lvl6pPr>
              <a:defRPr sz="2025" b="0">
                <a:solidFill>
                  <a:srgbClr val="14362D"/>
                </a:solidFill>
                <a:latin typeface="Helvetica Neue"/>
                <a:ea typeface="Helvetica Neue"/>
                <a:cs typeface="Helvetica Neue"/>
              </a:defRPr>
            </a:lvl6pPr>
            <a:lvl7pPr>
              <a:defRPr sz="2025" b="0">
                <a:solidFill>
                  <a:srgbClr val="14362D"/>
                </a:solidFill>
                <a:latin typeface="Helvetica Neue"/>
                <a:ea typeface="Helvetica Neue"/>
                <a:cs typeface="Helvetica Neue"/>
              </a:defRPr>
            </a:lvl7pPr>
            <a:lvl8pPr>
              <a:defRPr sz="2025" b="0">
                <a:solidFill>
                  <a:srgbClr val="14362D"/>
                </a:solidFill>
                <a:latin typeface="Helvetica Neue"/>
                <a:ea typeface="Helvetica Neue"/>
                <a:cs typeface="Helvetica Neue"/>
              </a:defRPr>
            </a:lvl8pPr>
            <a:lvl9pPr>
              <a:defRPr sz="2025" b="0">
                <a:solidFill>
                  <a:srgbClr val="14362D"/>
                </a:solidFill>
                <a:latin typeface="Helvetica Neue"/>
                <a:ea typeface="Helvetica Neue"/>
                <a:cs typeface="Helvetica Neue"/>
              </a:defRPr>
            </a:lvl9pPr>
          </a:lstStyle>
          <a:p xmlns:a="http://schemas.openxmlformats.org/drawingml/2006/main">
            <a:pPr>
              <a:defRPr sz="2025" b="0">
                <a:solidFill>
                  <a:srgbClr val="14362D"/>
                </a:solidFill>
                <a:latin typeface="Helvetica Neue"/>
                <a:ea typeface="Helvetica Neue"/>
                <a:cs typeface="Helvetica Neue"/>
              </a:defRPr>
            </a:pPr>
            <a:r>
              <a:rPr sz="2025" b="0">
                <a:solidFill>
                  <a:srgbClr val="14362D"/>
                </a:solidFill>
                <a:latin typeface="Helvetica Neue"/>
                <a:ea typeface="Helvetica Neue"/>
                <a:cs typeface="Helvetica Neue"/>
              </a:rPr>
              <a:t>Context, constraints</a:t>
            </a:r>
          </a:p>
          <a:p xmlns:a="http://schemas.openxmlformats.org/drawingml/2006/main">
            <a:pPr>
              <a:defRPr sz="2025" b="0">
                <a:solidFill>
                  <a:srgbClr val="14362D"/>
                </a:solidFill>
                <a:latin typeface="Helvetica Neue"/>
                <a:ea typeface="Helvetica Neue"/>
                <a:cs typeface="Helvetica Neue"/>
              </a:defRPr>
            </a:pPr>
            <a:r>
              <a:rPr sz="2025" b="0">
                <a:solidFill>
                  <a:srgbClr val="14362D"/>
                </a:solidFill>
                <a:latin typeface="Helvetica Neue"/>
                <a:ea typeface="Helvetica Neue"/>
                <a:cs typeface="Helvetica Neue"/>
              </a:rPr>
              <a:t>and device prompt step</a:t>
            </a:r>
          </a:p>
        </p:txBody>
      </p:sp>
      <p:sp>
        <p:nvSpPr>
          <p:cNvPr id="10" name="">
            <a:extLst xmlns:a="http://schemas.openxmlformats.org/drawingml/2006/main">
              <a:ext uri="{FF2B5EF4-FFF2-40B4-BE49-F238E27FC236}">
                <a16:creationId xmlns:a16="http://schemas.microsoft.com/office/drawing/2014/main" id="{735A837F-DD5A-43CC-B343-9C3203D6404B}"/>
              </a:ext>
            </a:extLst>
          </p:cNvPr>
          <p:cNvSpPr>
            <a:spLocks xmlns:a="http://schemas.openxmlformats.org/drawingml/2006/main" noGrp="1"/>
          </p:cNvSpPr>
          <p:nvPr/>
        </p:nvSpPr>
        <p:spPr>
          <a:xfrm xmlns:a="http://schemas.openxmlformats.org/drawingml/2006/main">
            <a:off x="609600" y="3819525"/>
            <a:ext cx="10972800" cy="9525"/>
          </a:xfrm>
          <a:prstGeom xmlns:a="http://schemas.openxmlformats.org/drawingml/2006/main" prst="rect">
            <a:avLst/>
          </a:prstGeom>
          <a:solidFill xmlns:a="http://schemas.openxmlformats.org/drawingml/2006/main">
            <a:srgbClr val="C5CCC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749CFABB-5003-40F3-B11B-3AA0F6544670}"/>
              </a:ext>
            </a:extLst>
          </p:cNvPr>
          <p:cNvSpPr>
            <a:spLocks xmlns:a="http://schemas.openxmlformats.org/drawingml/2006/main" noGrp="1"/>
          </p:cNvSpPr>
          <p:nvPr/>
        </p:nvSpPr>
        <p:spPr>
          <a:xfrm xmlns:a="http://schemas.openxmlformats.org/drawingml/2006/main">
            <a:off x="609600" y="3914775"/>
            <a:ext cx="2667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100" b="1">
                <a:solidFill>
                  <a:srgbClr val="2F7760"/>
                </a:solidFill>
                <a:latin typeface="Helvetica Neue"/>
                <a:ea typeface="Helvetica Neue"/>
                <a:cs typeface="Helvetica Neue"/>
              </a:defRPr>
            </a:defPPr>
            <a:lvl1pPr>
              <a:defRPr sz="2100" b="1">
                <a:solidFill>
                  <a:srgbClr val="2F7760"/>
                </a:solidFill>
                <a:latin typeface="Helvetica Neue"/>
                <a:ea typeface="Helvetica Neue"/>
                <a:cs typeface="Helvetica Neue"/>
              </a:defRPr>
            </a:lvl1pPr>
            <a:lvl2pPr>
              <a:defRPr sz="2100" b="1">
                <a:solidFill>
                  <a:srgbClr val="2F7760"/>
                </a:solidFill>
                <a:latin typeface="Helvetica Neue"/>
                <a:ea typeface="Helvetica Neue"/>
                <a:cs typeface="Helvetica Neue"/>
              </a:defRPr>
            </a:lvl2pPr>
            <a:lvl3pPr>
              <a:defRPr sz="2100" b="1">
                <a:solidFill>
                  <a:srgbClr val="2F7760"/>
                </a:solidFill>
                <a:latin typeface="Helvetica Neue"/>
                <a:ea typeface="Helvetica Neue"/>
                <a:cs typeface="Helvetica Neue"/>
              </a:defRPr>
            </a:lvl3pPr>
            <a:lvl4pPr>
              <a:defRPr sz="2100" b="1">
                <a:solidFill>
                  <a:srgbClr val="2F7760"/>
                </a:solidFill>
                <a:latin typeface="Helvetica Neue"/>
                <a:ea typeface="Helvetica Neue"/>
                <a:cs typeface="Helvetica Neue"/>
              </a:defRPr>
            </a:lvl4pPr>
            <a:lvl5pPr>
              <a:defRPr sz="2100" b="1">
                <a:solidFill>
                  <a:srgbClr val="2F7760"/>
                </a:solidFill>
                <a:latin typeface="Helvetica Neue"/>
                <a:ea typeface="Helvetica Neue"/>
                <a:cs typeface="Helvetica Neue"/>
              </a:defRPr>
            </a:lvl5pPr>
            <a:lvl6pPr>
              <a:defRPr sz="2100" b="1">
                <a:solidFill>
                  <a:srgbClr val="2F7760"/>
                </a:solidFill>
                <a:latin typeface="Helvetica Neue"/>
                <a:ea typeface="Helvetica Neue"/>
                <a:cs typeface="Helvetica Neue"/>
              </a:defRPr>
            </a:lvl6pPr>
            <a:lvl7pPr>
              <a:defRPr sz="2100" b="1">
                <a:solidFill>
                  <a:srgbClr val="2F7760"/>
                </a:solidFill>
                <a:latin typeface="Helvetica Neue"/>
                <a:ea typeface="Helvetica Neue"/>
                <a:cs typeface="Helvetica Neue"/>
              </a:defRPr>
            </a:lvl7pPr>
            <a:lvl8pPr>
              <a:defRPr sz="2100" b="1">
                <a:solidFill>
                  <a:srgbClr val="2F7760"/>
                </a:solidFill>
                <a:latin typeface="Helvetica Neue"/>
                <a:ea typeface="Helvetica Neue"/>
                <a:cs typeface="Helvetica Neue"/>
              </a:defRPr>
            </a:lvl8pPr>
            <a:lvl9pPr>
              <a:defRPr sz="2100" b="1">
                <a:solidFill>
                  <a:srgbClr val="2F7760"/>
                </a:solidFill>
                <a:latin typeface="Helvetica Neue"/>
                <a:ea typeface="Helvetica Neue"/>
                <a:cs typeface="Helvetica Neue"/>
              </a:defRPr>
            </a:lvl9pPr>
          </a:lstStyle>
          <a:p xmlns:a="http://schemas.openxmlformats.org/drawingml/2006/main">
            <a:pPr>
              <a:defRPr sz="2100" b="1">
                <a:solidFill>
                  <a:srgbClr val="2F7760"/>
                </a:solidFill>
                <a:latin typeface="Helvetica Neue"/>
                <a:ea typeface="Helvetica Neue"/>
                <a:cs typeface="Helvetica Neue"/>
              </a:defRPr>
            </a:pPr>
            <a:r>
              <a:rPr sz="2100" b="1">
                <a:solidFill>
                  <a:srgbClr val="2F7760"/>
                </a:solidFill>
                <a:latin typeface="Helvetica Neue"/>
                <a:ea typeface="Helvetica Neue"/>
                <a:cs typeface="Helvetica Neue"/>
              </a:rPr>
              <a:t>21–27 Nov</a:t>
            </a:r>
          </a:p>
        </p:txBody>
      </p:sp>
      <p:sp>
        <p:nvSpPr>
          <p:cNvPr id="12" name="">
            <a:extLst xmlns:a="http://schemas.openxmlformats.org/drawingml/2006/main">
              <a:ext uri="{FF2B5EF4-FFF2-40B4-BE49-F238E27FC236}">
                <a16:creationId xmlns:a16="http://schemas.microsoft.com/office/drawing/2014/main" id="{6D628894-CFD6-498B-946D-76AE54496369}"/>
              </a:ext>
            </a:extLst>
          </p:cNvPr>
          <p:cNvSpPr>
            <a:spLocks xmlns:a="http://schemas.openxmlformats.org/drawingml/2006/main" noGrp="1"/>
          </p:cNvSpPr>
          <p:nvPr/>
        </p:nvSpPr>
        <p:spPr>
          <a:xfrm xmlns:a="http://schemas.openxmlformats.org/drawingml/2006/main">
            <a:off x="3695700" y="3914775"/>
            <a:ext cx="7620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025" b="0">
                <a:solidFill>
                  <a:srgbClr val="14362D"/>
                </a:solidFill>
                <a:latin typeface="Helvetica Neue"/>
                <a:ea typeface="Helvetica Neue"/>
                <a:cs typeface="Helvetica Neue"/>
              </a:defRPr>
            </a:defPPr>
            <a:lvl1pPr>
              <a:defRPr sz="2025" b="0">
                <a:solidFill>
                  <a:srgbClr val="14362D"/>
                </a:solidFill>
                <a:latin typeface="Helvetica Neue"/>
                <a:ea typeface="Helvetica Neue"/>
                <a:cs typeface="Helvetica Neue"/>
              </a:defRPr>
            </a:lvl1pPr>
            <a:lvl2pPr>
              <a:defRPr sz="2025" b="0">
                <a:solidFill>
                  <a:srgbClr val="14362D"/>
                </a:solidFill>
                <a:latin typeface="Helvetica Neue"/>
                <a:ea typeface="Helvetica Neue"/>
                <a:cs typeface="Helvetica Neue"/>
              </a:defRPr>
            </a:lvl2pPr>
            <a:lvl3pPr>
              <a:defRPr sz="2025" b="0">
                <a:solidFill>
                  <a:srgbClr val="14362D"/>
                </a:solidFill>
                <a:latin typeface="Helvetica Neue"/>
                <a:ea typeface="Helvetica Neue"/>
                <a:cs typeface="Helvetica Neue"/>
              </a:defRPr>
            </a:lvl3pPr>
            <a:lvl4pPr>
              <a:defRPr sz="2025" b="0">
                <a:solidFill>
                  <a:srgbClr val="14362D"/>
                </a:solidFill>
                <a:latin typeface="Helvetica Neue"/>
                <a:ea typeface="Helvetica Neue"/>
                <a:cs typeface="Helvetica Neue"/>
              </a:defRPr>
            </a:lvl4pPr>
            <a:lvl5pPr>
              <a:defRPr sz="2025" b="0">
                <a:solidFill>
                  <a:srgbClr val="14362D"/>
                </a:solidFill>
                <a:latin typeface="Helvetica Neue"/>
                <a:ea typeface="Helvetica Neue"/>
                <a:cs typeface="Helvetica Neue"/>
              </a:defRPr>
            </a:lvl5pPr>
            <a:lvl6pPr>
              <a:defRPr sz="2025" b="0">
                <a:solidFill>
                  <a:srgbClr val="14362D"/>
                </a:solidFill>
                <a:latin typeface="Helvetica Neue"/>
                <a:ea typeface="Helvetica Neue"/>
                <a:cs typeface="Helvetica Neue"/>
              </a:defRPr>
            </a:lvl6pPr>
            <a:lvl7pPr>
              <a:defRPr sz="2025" b="0">
                <a:solidFill>
                  <a:srgbClr val="14362D"/>
                </a:solidFill>
                <a:latin typeface="Helvetica Neue"/>
                <a:ea typeface="Helvetica Neue"/>
                <a:cs typeface="Helvetica Neue"/>
              </a:defRPr>
            </a:lvl7pPr>
            <a:lvl8pPr>
              <a:defRPr sz="2025" b="0">
                <a:solidFill>
                  <a:srgbClr val="14362D"/>
                </a:solidFill>
                <a:latin typeface="Helvetica Neue"/>
                <a:ea typeface="Helvetica Neue"/>
                <a:cs typeface="Helvetica Neue"/>
              </a:defRPr>
            </a:lvl8pPr>
            <a:lvl9pPr>
              <a:defRPr sz="2025" b="0">
                <a:solidFill>
                  <a:srgbClr val="14362D"/>
                </a:solidFill>
                <a:latin typeface="Helvetica Neue"/>
                <a:ea typeface="Helvetica Neue"/>
                <a:cs typeface="Helvetica Neue"/>
              </a:defRPr>
            </a:lvl9pPr>
          </a:lstStyle>
          <a:p xmlns:a="http://schemas.openxmlformats.org/drawingml/2006/main">
            <a:pPr>
              <a:defRPr sz="2025" b="0">
                <a:solidFill>
                  <a:srgbClr val="14362D"/>
                </a:solidFill>
                <a:latin typeface="Helvetica Neue"/>
                <a:ea typeface="Helvetica Neue"/>
                <a:cs typeface="Helvetica Neue"/>
              </a:defRPr>
            </a:pPr>
            <a:r>
              <a:rPr sz="2025" b="0">
                <a:solidFill>
                  <a:srgbClr val="14362D"/>
                </a:solidFill>
                <a:latin typeface="Helvetica Neue"/>
                <a:ea typeface="Helvetica Neue"/>
                <a:cs typeface="Helvetica Neue"/>
              </a:rPr>
              <a:t>Eligible video backend</a:t>
            </a:r>
          </a:p>
          <a:p xmlns:a="http://schemas.openxmlformats.org/drawingml/2006/main">
            <a:pPr>
              <a:defRPr sz="2025" b="0">
                <a:solidFill>
                  <a:srgbClr val="14362D"/>
                </a:solidFill>
                <a:latin typeface="Helvetica Neue"/>
                <a:ea typeface="Helvetica Neue"/>
                <a:cs typeface="Helvetica Neue"/>
              </a:defRPr>
            </a:pPr>
            <a:r>
              <a:rPr sz="2025" b="0">
                <a:solidFill>
                  <a:srgbClr val="14362D"/>
                </a:solidFill>
                <a:latin typeface="Helvetica Neue"/>
                <a:ea typeface="Helvetica Neue"/>
                <a:cs typeface="Helvetica Neue"/>
              </a:rPr>
              <a:t>and playback integration</a:t>
            </a:r>
          </a:p>
        </p:txBody>
      </p:sp>
      <p:sp>
        <p:nvSpPr>
          <p:cNvPr id="13" name="">
            <a:extLst xmlns:a="http://schemas.openxmlformats.org/drawingml/2006/main">
              <a:ext uri="{FF2B5EF4-FFF2-40B4-BE49-F238E27FC236}">
                <a16:creationId xmlns:a16="http://schemas.microsoft.com/office/drawing/2014/main" id="{4AF95F15-2E13-4C66-8F34-F98D5CF32F7A}"/>
              </a:ext>
            </a:extLst>
          </p:cNvPr>
          <p:cNvSpPr>
            <a:spLocks xmlns:a="http://schemas.openxmlformats.org/drawingml/2006/main" noGrp="1"/>
          </p:cNvSpPr>
          <p:nvPr/>
        </p:nvSpPr>
        <p:spPr>
          <a:xfrm xmlns:a="http://schemas.openxmlformats.org/drawingml/2006/main">
            <a:off x="609600" y="4800600"/>
            <a:ext cx="10972800" cy="9525"/>
          </a:xfrm>
          <a:prstGeom xmlns:a="http://schemas.openxmlformats.org/drawingml/2006/main" prst="rect">
            <a:avLst/>
          </a:prstGeom>
          <a:solidFill xmlns:a="http://schemas.openxmlformats.org/drawingml/2006/main">
            <a:srgbClr val="C5CCC1"/>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A5BF491-6093-4AEB-8AE2-478FBCAD7F54}"/>
              </a:ext>
            </a:extLst>
          </p:cNvPr>
          <p:cNvSpPr>
            <a:spLocks xmlns:a="http://schemas.openxmlformats.org/drawingml/2006/main" noGrp="1"/>
          </p:cNvSpPr>
          <p:nvPr/>
        </p:nvSpPr>
        <p:spPr>
          <a:xfrm xmlns:a="http://schemas.openxmlformats.org/drawingml/2006/main">
            <a:off x="609600" y="4895850"/>
            <a:ext cx="2667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100" b="1">
                <a:solidFill>
                  <a:srgbClr val="2F7760"/>
                </a:solidFill>
                <a:latin typeface="Helvetica Neue"/>
                <a:ea typeface="Helvetica Neue"/>
                <a:cs typeface="Helvetica Neue"/>
              </a:defRPr>
            </a:defPPr>
            <a:lvl1pPr>
              <a:defRPr sz="2100" b="1">
                <a:solidFill>
                  <a:srgbClr val="2F7760"/>
                </a:solidFill>
                <a:latin typeface="Helvetica Neue"/>
                <a:ea typeface="Helvetica Neue"/>
                <a:cs typeface="Helvetica Neue"/>
              </a:defRPr>
            </a:lvl1pPr>
            <a:lvl2pPr>
              <a:defRPr sz="2100" b="1">
                <a:solidFill>
                  <a:srgbClr val="2F7760"/>
                </a:solidFill>
                <a:latin typeface="Helvetica Neue"/>
                <a:ea typeface="Helvetica Neue"/>
                <a:cs typeface="Helvetica Neue"/>
              </a:defRPr>
            </a:lvl2pPr>
            <a:lvl3pPr>
              <a:defRPr sz="2100" b="1">
                <a:solidFill>
                  <a:srgbClr val="2F7760"/>
                </a:solidFill>
                <a:latin typeface="Helvetica Neue"/>
                <a:ea typeface="Helvetica Neue"/>
                <a:cs typeface="Helvetica Neue"/>
              </a:defRPr>
            </a:lvl3pPr>
            <a:lvl4pPr>
              <a:defRPr sz="2100" b="1">
                <a:solidFill>
                  <a:srgbClr val="2F7760"/>
                </a:solidFill>
                <a:latin typeface="Helvetica Neue"/>
                <a:ea typeface="Helvetica Neue"/>
                <a:cs typeface="Helvetica Neue"/>
              </a:defRPr>
            </a:lvl4pPr>
            <a:lvl5pPr>
              <a:defRPr sz="2100" b="1">
                <a:solidFill>
                  <a:srgbClr val="2F7760"/>
                </a:solidFill>
                <a:latin typeface="Helvetica Neue"/>
                <a:ea typeface="Helvetica Neue"/>
                <a:cs typeface="Helvetica Neue"/>
              </a:defRPr>
            </a:lvl5pPr>
            <a:lvl6pPr>
              <a:defRPr sz="2100" b="1">
                <a:solidFill>
                  <a:srgbClr val="2F7760"/>
                </a:solidFill>
                <a:latin typeface="Helvetica Neue"/>
                <a:ea typeface="Helvetica Neue"/>
                <a:cs typeface="Helvetica Neue"/>
              </a:defRPr>
            </a:lvl6pPr>
            <a:lvl7pPr>
              <a:defRPr sz="2100" b="1">
                <a:solidFill>
                  <a:srgbClr val="2F7760"/>
                </a:solidFill>
                <a:latin typeface="Helvetica Neue"/>
                <a:ea typeface="Helvetica Neue"/>
                <a:cs typeface="Helvetica Neue"/>
              </a:defRPr>
            </a:lvl7pPr>
            <a:lvl8pPr>
              <a:defRPr sz="2100" b="1">
                <a:solidFill>
                  <a:srgbClr val="2F7760"/>
                </a:solidFill>
                <a:latin typeface="Helvetica Neue"/>
                <a:ea typeface="Helvetica Neue"/>
                <a:cs typeface="Helvetica Neue"/>
              </a:defRPr>
            </a:lvl8pPr>
            <a:lvl9pPr>
              <a:defRPr sz="2100" b="1">
                <a:solidFill>
                  <a:srgbClr val="2F7760"/>
                </a:solidFill>
                <a:latin typeface="Helvetica Neue"/>
                <a:ea typeface="Helvetica Neue"/>
                <a:cs typeface="Helvetica Neue"/>
              </a:defRPr>
            </a:lvl9pPr>
          </a:lstStyle>
          <a:p xmlns:a="http://schemas.openxmlformats.org/drawingml/2006/main">
            <a:pPr>
              <a:defRPr sz="2100" b="1">
                <a:solidFill>
                  <a:srgbClr val="2F7760"/>
                </a:solidFill>
                <a:latin typeface="Helvetica Neue"/>
                <a:ea typeface="Helvetica Neue"/>
                <a:cs typeface="Helvetica Neue"/>
              </a:defRPr>
            </a:pPr>
            <a:r>
              <a:rPr sz="2100" b="1">
                <a:solidFill>
                  <a:srgbClr val="2F7760"/>
                </a:solidFill>
                <a:latin typeface="Helvetica Neue"/>
                <a:ea typeface="Helvetica Neue"/>
                <a:cs typeface="Helvetica Neue"/>
              </a:rPr>
              <a:t>28 Nov–04 Dec</a:t>
            </a:r>
          </a:p>
        </p:txBody>
      </p:sp>
      <p:sp>
        <p:nvSpPr>
          <p:cNvPr id="15" name="">
            <a:extLst xmlns:a="http://schemas.openxmlformats.org/drawingml/2006/main">
              <a:ext uri="{FF2B5EF4-FFF2-40B4-BE49-F238E27FC236}">
                <a16:creationId xmlns:a16="http://schemas.microsoft.com/office/drawing/2014/main" id="{9D4668F6-BECD-4190-B58E-B40F678B1085}"/>
              </a:ext>
            </a:extLst>
          </p:cNvPr>
          <p:cNvSpPr>
            <a:spLocks xmlns:a="http://schemas.openxmlformats.org/drawingml/2006/main" noGrp="1"/>
          </p:cNvSpPr>
          <p:nvPr/>
        </p:nvSpPr>
        <p:spPr>
          <a:xfrm xmlns:a="http://schemas.openxmlformats.org/drawingml/2006/main">
            <a:off x="3695700" y="4895850"/>
            <a:ext cx="7620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025" b="0">
                <a:solidFill>
                  <a:srgbClr val="14362D"/>
                </a:solidFill>
                <a:latin typeface="Helvetica Neue"/>
                <a:ea typeface="Helvetica Neue"/>
                <a:cs typeface="Helvetica Neue"/>
              </a:defRPr>
            </a:defPPr>
            <a:lvl1pPr>
              <a:defRPr sz="2025" b="0">
                <a:solidFill>
                  <a:srgbClr val="14362D"/>
                </a:solidFill>
                <a:latin typeface="Helvetica Neue"/>
                <a:ea typeface="Helvetica Neue"/>
                <a:cs typeface="Helvetica Neue"/>
              </a:defRPr>
            </a:lvl1pPr>
            <a:lvl2pPr>
              <a:defRPr sz="2025" b="0">
                <a:solidFill>
                  <a:srgbClr val="14362D"/>
                </a:solidFill>
                <a:latin typeface="Helvetica Neue"/>
                <a:ea typeface="Helvetica Neue"/>
                <a:cs typeface="Helvetica Neue"/>
              </a:defRPr>
            </a:lvl2pPr>
            <a:lvl3pPr>
              <a:defRPr sz="2025" b="0">
                <a:solidFill>
                  <a:srgbClr val="14362D"/>
                </a:solidFill>
                <a:latin typeface="Helvetica Neue"/>
                <a:ea typeface="Helvetica Neue"/>
                <a:cs typeface="Helvetica Neue"/>
              </a:defRPr>
            </a:lvl3pPr>
            <a:lvl4pPr>
              <a:defRPr sz="2025" b="0">
                <a:solidFill>
                  <a:srgbClr val="14362D"/>
                </a:solidFill>
                <a:latin typeface="Helvetica Neue"/>
                <a:ea typeface="Helvetica Neue"/>
                <a:cs typeface="Helvetica Neue"/>
              </a:defRPr>
            </a:lvl4pPr>
            <a:lvl5pPr>
              <a:defRPr sz="2025" b="0">
                <a:solidFill>
                  <a:srgbClr val="14362D"/>
                </a:solidFill>
                <a:latin typeface="Helvetica Neue"/>
                <a:ea typeface="Helvetica Neue"/>
                <a:cs typeface="Helvetica Neue"/>
              </a:defRPr>
            </a:lvl5pPr>
            <a:lvl6pPr>
              <a:defRPr sz="2025" b="0">
                <a:solidFill>
                  <a:srgbClr val="14362D"/>
                </a:solidFill>
                <a:latin typeface="Helvetica Neue"/>
                <a:ea typeface="Helvetica Neue"/>
                <a:cs typeface="Helvetica Neue"/>
              </a:defRPr>
            </a:lvl6pPr>
            <a:lvl7pPr>
              <a:defRPr sz="2025" b="0">
                <a:solidFill>
                  <a:srgbClr val="14362D"/>
                </a:solidFill>
                <a:latin typeface="Helvetica Neue"/>
                <a:ea typeface="Helvetica Neue"/>
                <a:cs typeface="Helvetica Neue"/>
              </a:defRPr>
            </a:lvl7pPr>
            <a:lvl8pPr>
              <a:defRPr sz="2025" b="0">
                <a:solidFill>
                  <a:srgbClr val="14362D"/>
                </a:solidFill>
                <a:latin typeface="Helvetica Neue"/>
                <a:ea typeface="Helvetica Neue"/>
                <a:cs typeface="Helvetica Neue"/>
              </a:defRPr>
            </a:lvl8pPr>
            <a:lvl9pPr>
              <a:defRPr sz="2025" b="0">
                <a:solidFill>
                  <a:srgbClr val="14362D"/>
                </a:solidFill>
                <a:latin typeface="Helvetica Neue"/>
                <a:ea typeface="Helvetica Neue"/>
                <a:cs typeface="Helvetica Neue"/>
              </a:defRPr>
            </a:lvl9pPr>
          </a:lstStyle>
          <a:p xmlns:a="http://schemas.openxmlformats.org/drawingml/2006/main">
            <a:pPr>
              <a:defRPr sz="2025" b="0">
                <a:solidFill>
                  <a:srgbClr val="14362D"/>
                </a:solidFill>
                <a:latin typeface="Helvetica Neue"/>
                <a:ea typeface="Helvetica Neue"/>
                <a:cs typeface="Helvetica Neue"/>
              </a:defRPr>
            </a:pPr>
            <a:r>
              <a:rPr sz="2025" b="0">
                <a:solidFill>
                  <a:srgbClr val="14362D"/>
                </a:solidFill>
                <a:latin typeface="Helvetica Neue"/>
                <a:ea typeface="Helvetica Neue"/>
                <a:cs typeface="Helvetica Neue"/>
              </a:rPr>
              <a:t>Evaluation, actual device</a:t>
            </a:r>
          </a:p>
          <a:p xmlns:a="http://schemas.openxmlformats.org/drawingml/2006/main">
            <a:pPr>
              <a:defRPr sz="2025" b="0">
                <a:solidFill>
                  <a:srgbClr val="14362D"/>
                </a:solidFill>
                <a:latin typeface="Helvetica Neue"/>
                <a:ea typeface="Helvetica Neue"/>
                <a:cs typeface="Helvetica Neue"/>
              </a:defRPr>
            </a:pPr>
            <a:r>
              <a:rPr sz="2025" b="0">
                <a:solidFill>
                  <a:srgbClr val="14362D"/>
                </a:solidFill>
                <a:latin typeface="Helvetica Neue"/>
                <a:ea typeface="Helvetica Neue"/>
                <a:cs typeface="Helvetica Neue"/>
              </a:rPr>
              <a:t>capture and final evidence</a:t>
            </a:r>
          </a:p>
        </p:txBody>
      </p:sp>
    </p:spTree>
    <p:extLst>
      <p:ext uri="{BB962C8B-B14F-4D97-AF65-F5344CB8AC3E}">
        <p14:creationId xmlns:p14="http://schemas.microsoft.com/office/powerpoint/2010/main" val="1349920189"/>
      </p:ext>
    </p:extLst>
  </p:cSld>
</p:sld>
</file>

<file path=ppt/slides/slide13.xml><?xml version="1.0" encoding="utf-8"?>
<p:sld xmlns:p="http://schemas.openxmlformats.org/presentationml/2006/main">
  <p:cSld>
    <p:bg>
      <p:bgPr>
        <a:solidFill xmlns:a="http://schemas.openxmlformats.org/drawingml/2006/main">
          <a:srgbClr val="F3F1E7"/>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1422BC00-D765-4D30-9785-BBE20AA7B7DB}"/>
              </a:ext>
            </a:extLst>
          </p:cNvPr>
          <p:cNvSpPr>
            <a:spLocks xmlns:a="http://schemas.openxmlformats.org/drawingml/2006/main" noGrp="1"/>
          </p:cNvSpPr>
          <p:nvPr/>
        </p:nvSpPr>
        <p:spPr>
          <a:xfrm xmlns:a="http://schemas.openxmlformats.org/drawingml/2006/main">
            <a:off x="609600" y="476250"/>
            <a:ext cx="109537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362D"/>
                </a:solidFill>
                <a:latin typeface="Helvetica Neue"/>
                <a:ea typeface="Helvetica Neue"/>
                <a:cs typeface="Helvetica Neue"/>
              </a:defRPr>
            </a:defPPr>
            <a:lvl1pPr>
              <a:defRPr sz="3150" b="1">
                <a:solidFill>
                  <a:srgbClr val="14362D"/>
                </a:solidFill>
                <a:latin typeface="Helvetica Neue"/>
                <a:ea typeface="Helvetica Neue"/>
                <a:cs typeface="Helvetica Neue"/>
              </a:defRPr>
            </a:lvl1pPr>
            <a:lvl2pPr>
              <a:defRPr sz="3150" b="1">
                <a:solidFill>
                  <a:srgbClr val="14362D"/>
                </a:solidFill>
                <a:latin typeface="Helvetica Neue"/>
                <a:ea typeface="Helvetica Neue"/>
                <a:cs typeface="Helvetica Neue"/>
              </a:defRPr>
            </a:lvl2pPr>
            <a:lvl3pPr>
              <a:defRPr sz="3150" b="1">
                <a:solidFill>
                  <a:srgbClr val="14362D"/>
                </a:solidFill>
                <a:latin typeface="Helvetica Neue"/>
                <a:ea typeface="Helvetica Neue"/>
                <a:cs typeface="Helvetica Neue"/>
              </a:defRPr>
            </a:lvl3pPr>
            <a:lvl4pPr>
              <a:defRPr sz="3150" b="1">
                <a:solidFill>
                  <a:srgbClr val="14362D"/>
                </a:solidFill>
                <a:latin typeface="Helvetica Neue"/>
                <a:ea typeface="Helvetica Neue"/>
                <a:cs typeface="Helvetica Neue"/>
              </a:defRPr>
            </a:lvl4pPr>
            <a:lvl5pPr>
              <a:defRPr sz="3150" b="1">
                <a:solidFill>
                  <a:srgbClr val="14362D"/>
                </a:solidFill>
                <a:latin typeface="Helvetica Neue"/>
                <a:ea typeface="Helvetica Neue"/>
                <a:cs typeface="Helvetica Neue"/>
              </a:defRPr>
            </a:lvl5pPr>
            <a:lvl6pPr>
              <a:defRPr sz="3150" b="1">
                <a:solidFill>
                  <a:srgbClr val="14362D"/>
                </a:solidFill>
                <a:latin typeface="Helvetica Neue"/>
                <a:ea typeface="Helvetica Neue"/>
                <a:cs typeface="Helvetica Neue"/>
              </a:defRPr>
            </a:lvl6pPr>
            <a:lvl7pPr>
              <a:defRPr sz="3150" b="1">
                <a:solidFill>
                  <a:srgbClr val="14362D"/>
                </a:solidFill>
                <a:latin typeface="Helvetica Neue"/>
                <a:ea typeface="Helvetica Neue"/>
                <a:cs typeface="Helvetica Neue"/>
              </a:defRPr>
            </a:lvl7pPr>
            <a:lvl8pPr>
              <a:defRPr sz="3150" b="1">
                <a:solidFill>
                  <a:srgbClr val="14362D"/>
                </a:solidFill>
                <a:latin typeface="Helvetica Neue"/>
                <a:ea typeface="Helvetica Neue"/>
                <a:cs typeface="Helvetica Neue"/>
              </a:defRPr>
            </a:lvl8pPr>
            <a:lvl9pPr>
              <a:defRPr sz="3150" b="1">
                <a:solidFill>
                  <a:srgbClr val="14362D"/>
                </a:solidFill>
                <a:latin typeface="Helvetica Neue"/>
                <a:ea typeface="Helvetica Neue"/>
                <a:cs typeface="Helvetica Neue"/>
              </a:defRPr>
            </a:lvl9pPr>
          </a:lstStyle>
          <a:p xmlns:a="http://schemas.openxmlformats.org/drawingml/2006/main">
            <a:pPr>
              <a:defRPr sz="3150" b="1">
                <a:solidFill>
                  <a:srgbClr val="14362D"/>
                </a:solidFill>
                <a:latin typeface="Helvetica Neue"/>
                <a:ea typeface="Helvetica Neue"/>
                <a:cs typeface="Helvetica Neue"/>
              </a:defRPr>
            </a:pPr>
            <a:r>
              <a:rPr sz="3150" b="1">
                <a:solidFill>
                  <a:srgbClr val="14362D"/>
                </a:solidFill>
                <a:latin typeface="Helvetica Neue"/>
                <a:ea typeface="Helvetica Neue"/>
                <a:cs typeface="Helvetica Neue"/>
              </a:rPr>
              <a:t>Eligibility and rights decisions</a:t>
            </a:r>
          </a:p>
        </p:txBody>
      </p:sp>
      <p:sp>
        <p:nvSpPr>
          <p:cNvPr id="2" name="">
            <a:extLst xmlns:a="http://schemas.openxmlformats.org/drawingml/2006/main">
              <a:ext uri="{FF2B5EF4-FFF2-40B4-BE49-F238E27FC236}">
                <a16:creationId xmlns:a16="http://schemas.microsoft.com/office/drawing/2014/main" id="{6ED2D878-AFBF-4822-965E-AE4ED4B4BEC8}"/>
              </a:ext>
            </a:extLst>
          </p:cNvPr>
          <p:cNvSpPr>
            <a:spLocks xmlns:a="http://schemas.openxmlformats.org/drawingml/2006/main" noGrp="1"/>
          </p:cNvSpPr>
          <p:nvPr/>
        </p:nvSpPr>
        <p:spPr>
          <a:xfrm xmlns:a="http://schemas.openxmlformats.org/drawingml/2006/main">
            <a:off x="609600" y="1533525"/>
            <a:ext cx="10972800" cy="19050"/>
          </a:xfrm>
          <a:prstGeom xmlns:a="http://schemas.openxmlformats.org/drawingml/2006/main" prst="rect">
            <a:avLst/>
          </a:prstGeom>
          <a:solidFill xmlns:a="http://schemas.openxmlformats.org/drawingml/2006/main">
            <a:srgbClr val="C5CCC1"/>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A867A98F-2A62-4F9E-8559-ADF4B1459987}"/>
              </a:ext>
            </a:extLst>
          </p:cNvPr>
          <p:cNvSpPr>
            <a:spLocks xmlns:a="http://schemas.openxmlformats.org/drawingml/2006/main" noGrp="1"/>
          </p:cNvSpPr>
          <p:nvPr/>
        </p:nvSpPr>
        <p:spPr>
          <a:xfrm xmlns:a="http://schemas.openxmlformats.org/drawingml/2006/main">
            <a:off x="609600" y="6419850"/>
            <a:ext cx="9525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50665B"/>
                </a:solidFill>
                <a:latin typeface="Helvetica Neue"/>
                <a:ea typeface="Helvetica Neue"/>
                <a:cs typeface="Helvetica Neue"/>
              </a:defRPr>
            </a:defPPr>
            <a:lvl1pPr>
              <a:defRPr sz="1050" b="0">
                <a:solidFill>
                  <a:srgbClr val="50665B"/>
                </a:solidFill>
                <a:latin typeface="Helvetica Neue"/>
                <a:ea typeface="Helvetica Neue"/>
                <a:cs typeface="Helvetica Neue"/>
              </a:defRPr>
            </a:lvl1pPr>
            <a:lvl2pPr>
              <a:defRPr sz="1050" b="0">
                <a:solidFill>
                  <a:srgbClr val="50665B"/>
                </a:solidFill>
                <a:latin typeface="Helvetica Neue"/>
                <a:ea typeface="Helvetica Neue"/>
                <a:cs typeface="Helvetica Neue"/>
              </a:defRPr>
            </a:lvl2pPr>
            <a:lvl3pPr>
              <a:defRPr sz="1050" b="0">
                <a:solidFill>
                  <a:srgbClr val="50665B"/>
                </a:solidFill>
                <a:latin typeface="Helvetica Neue"/>
                <a:ea typeface="Helvetica Neue"/>
                <a:cs typeface="Helvetica Neue"/>
              </a:defRPr>
            </a:lvl3pPr>
            <a:lvl4pPr>
              <a:defRPr sz="1050" b="0">
                <a:solidFill>
                  <a:srgbClr val="50665B"/>
                </a:solidFill>
                <a:latin typeface="Helvetica Neue"/>
                <a:ea typeface="Helvetica Neue"/>
                <a:cs typeface="Helvetica Neue"/>
              </a:defRPr>
            </a:lvl4pPr>
            <a:lvl5pPr>
              <a:defRPr sz="1050" b="0">
                <a:solidFill>
                  <a:srgbClr val="50665B"/>
                </a:solidFill>
                <a:latin typeface="Helvetica Neue"/>
                <a:ea typeface="Helvetica Neue"/>
                <a:cs typeface="Helvetica Neue"/>
              </a:defRPr>
            </a:lvl5pPr>
            <a:lvl6pPr>
              <a:defRPr sz="1050" b="0">
                <a:solidFill>
                  <a:srgbClr val="50665B"/>
                </a:solidFill>
                <a:latin typeface="Helvetica Neue"/>
                <a:ea typeface="Helvetica Neue"/>
                <a:cs typeface="Helvetica Neue"/>
              </a:defRPr>
            </a:lvl6pPr>
            <a:lvl7pPr>
              <a:defRPr sz="1050" b="0">
                <a:solidFill>
                  <a:srgbClr val="50665B"/>
                </a:solidFill>
                <a:latin typeface="Helvetica Neue"/>
                <a:ea typeface="Helvetica Neue"/>
                <a:cs typeface="Helvetica Neue"/>
              </a:defRPr>
            </a:lvl7pPr>
            <a:lvl8pPr>
              <a:defRPr sz="1050" b="0">
                <a:solidFill>
                  <a:srgbClr val="50665B"/>
                </a:solidFill>
                <a:latin typeface="Helvetica Neue"/>
                <a:ea typeface="Helvetica Neue"/>
                <a:cs typeface="Helvetica Neue"/>
              </a:defRPr>
            </a:lvl8pPr>
            <a:lvl9pPr>
              <a:defRPr sz="1050" b="0">
                <a:solidFill>
                  <a:srgbClr val="50665B"/>
                </a:solidFill>
                <a:latin typeface="Helvetica Neue"/>
                <a:ea typeface="Helvetica Neue"/>
                <a:cs typeface="Helvetica Neue"/>
              </a:defRPr>
            </a:lvl9pPr>
          </a:lstStyle>
          <a:p xmlns:a="http://schemas.openxmlformats.org/drawingml/2006/main">
            <a:pPr>
              <a:defRPr sz="1050" b="0">
                <a:solidFill>
                  <a:srgbClr val="50665B"/>
                </a:solidFill>
                <a:latin typeface="Helvetica Neue"/>
                <a:ea typeface="Helvetica Neue"/>
                <a:cs typeface="Helvetica Neue"/>
              </a:defRPr>
            </a:pPr>
            <a:r>
              <a:rPr sz="1050" b="0">
                <a:solidFill>
                  <a:srgbClr val="50665B"/>
                </a:solidFill>
                <a:latin typeface="Helvetica Neue"/>
                <a:ea typeface="Helvetica Neue"/>
                <a:cs typeface="Helvetica Neue"/>
              </a:rPr>
              <a:t>STAGE I / PROJECT PLAN</a:t>
            </a:r>
          </a:p>
        </p:txBody>
      </p:sp>
      <p:sp>
        <p:nvSpPr>
          <p:cNvPr id="4" name="">
            <a:extLst xmlns:a="http://schemas.openxmlformats.org/drawingml/2006/main">
              <a:ext uri="{FF2B5EF4-FFF2-40B4-BE49-F238E27FC236}">
                <a16:creationId xmlns:a16="http://schemas.microsoft.com/office/drawing/2014/main" id="{3A5C5875-55E9-48E4-BA2E-EF0EBDDAAD3C}"/>
              </a:ext>
            </a:extLst>
          </p:cNvPr>
          <p:cNvSpPr>
            <a:spLocks xmlns:a="http://schemas.openxmlformats.org/drawingml/2006/main" noGrp="1"/>
          </p:cNvSpPr>
          <p:nvPr/>
        </p:nvSpPr>
        <p:spPr>
          <a:xfrm xmlns:a="http://schemas.openxmlformats.org/drawingml/2006/main">
            <a:off x="11106150" y="6419850"/>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50665B"/>
                </a:solidFill>
                <a:latin typeface="Helvetica Neue"/>
                <a:ea typeface="Helvetica Neue"/>
                <a:cs typeface="Helvetica Neue"/>
              </a:defRPr>
            </a:defPPr>
            <a:lvl1pPr>
              <a:defRPr sz="1050" b="0">
                <a:solidFill>
                  <a:srgbClr val="50665B"/>
                </a:solidFill>
                <a:latin typeface="Helvetica Neue"/>
                <a:ea typeface="Helvetica Neue"/>
                <a:cs typeface="Helvetica Neue"/>
              </a:defRPr>
            </a:lvl1pPr>
            <a:lvl2pPr>
              <a:defRPr sz="1050" b="0">
                <a:solidFill>
                  <a:srgbClr val="50665B"/>
                </a:solidFill>
                <a:latin typeface="Helvetica Neue"/>
                <a:ea typeface="Helvetica Neue"/>
                <a:cs typeface="Helvetica Neue"/>
              </a:defRPr>
            </a:lvl2pPr>
            <a:lvl3pPr>
              <a:defRPr sz="1050" b="0">
                <a:solidFill>
                  <a:srgbClr val="50665B"/>
                </a:solidFill>
                <a:latin typeface="Helvetica Neue"/>
                <a:ea typeface="Helvetica Neue"/>
                <a:cs typeface="Helvetica Neue"/>
              </a:defRPr>
            </a:lvl3pPr>
            <a:lvl4pPr>
              <a:defRPr sz="1050" b="0">
                <a:solidFill>
                  <a:srgbClr val="50665B"/>
                </a:solidFill>
                <a:latin typeface="Helvetica Neue"/>
                <a:ea typeface="Helvetica Neue"/>
                <a:cs typeface="Helvetica Neue"/>
              </a:defRPr>
            </a:lvl4pPr>
            <a:lvl5pPr>
              <a:defRPr sz="1050" b="0">
                <a:solidFill>
                  <a:srgbClr val="50665B"/>
                </a:solidFill>
                <a:latin typeface="Helvetica Neue"/>
                <a:ea typeface="Helvetica Neue"/>
                <a:cs typeface="Helvetica Neue"/>
              </a:defRPr>
            </a:lvl5pPr>
            <a:lvl6pPr>
              <a:defRPr sz="1050" b="0">
                <a:solidFill>
                  <a:srgbClr val="50665B"/>
                </a:solidFill>
                <a:latin typeface="Helvetica Neue"/>
                <a:ea typeface="Helvetica Neue"/>
                <a:cs typeface="Helvetica Neue"/>
              </a:defRPr>
            </a:lvl6pPr>
            <a:lvl7pPr>
              <a:defRPr sz="1050" b="0">
                <a:solidFill>
                  <a:srgbClr val="50665B"/>
                </a:solidFill>
                <a:latin typeface="Helvetica Neue"/>
                <a:ea typeface="Helvetica Neue"/>
                <a:cs typeface="Helvetica Neue"/>
              </a:defRPr>
            </a:lvl7pPr>
            <a:lvl8pPr>
              <a:defRPr sz="1050" b="0">
                <a:solidFill>
                  <a:srgbClr val="50665B"/>
                </a:solidFill>
                <a:latin typeface="Helvetica Neue"/>
                <a:ea typeface="Helvetica Neue"/>
                <a:cs typeface="Helvetica Neue"/>
              </a:defRPr>
            </a:lvl8pPr>
            <a:lvl9pPr>
              <a:defRPr sz="1050" b="0">
                <a:solidFill>
                  <a:srgbClr val="50665B"/>
                </a:solidFill>
                <a:latin typeface="Helvetica Neue"/>
                <a:ea typeface="Helvetica Neue"/>
                <a:cs typeface="Helvetica Neue"/>
              </a:defRPr>
            </a:lvl9pPr>
          </a:lstStyle>
          <a:p xmlns:a="http://schemas.openxmlformats.org/drawingml/2006/main">
            <a:pPr>
              <a:defRPr sz="1050" b="0">
                <a:solidFill>
                  <a:srgbClr val="50665B"/>
                </a:solidFill>
                <a:latin typeface="Helvetica Neue"/>
                <a:ea typeface="Helvetica Neue"/>
                <a:cs typeface="Helvetica Neue"/>
              </a:defRPr>
            </a:pPr>
            <a:r>
              <a:rPr sz="1050" b="0">
                <a:solidFill>
                  <a:srgbClr val="50665B"/>
                </a:solidFill>
                <a:latin typeface="Helvetica Neue"/>
                <a:ea typeface="Helvetica Neue"/>
                <a:cs typeface="Helvetica Neue"/>
              </a:rPr>
              <a:t>13</a:t>
            </a:r>
          </a:p>
        </p:txBody>
      </p:sp>
      <p:sp>
        <p:nvSpPr>
          <p:cNvPr id="5" name="">
            <a:extLst xmlns:a="http://schemas.openxmlformats.org/drawingml/2006/main">
              <a:ext uri="{FF2B5EF4-FFF2-40B4-BE49-F238E27FC236}">
                <a16:creationId xmlns:a16="http://schemas.microsoft.com/office/drawing/2014/main" id="{257FAA17-BBE0-446B-B53D-023BEA369BC3}"/>
              </a:ext>
            </a:extLst>
          </p:cNvPr>
          <p:cNvSpPr>
            <a:spLocks xmlns:a="http://schemas.openxmlformats.org/drawingml/2006/main" noGrp="1"/>
          </p:cNvSpPr>
          <p:nvPr/>
        </p:nvSpPr>
        <p:spPr>
          <a:xfrm xmlns:a="http://schemas.openxmlformats.org/drawingml/2006/main">
            <a:off x="647700" y="2009775"/>
            <a:ext cx="762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550" b="1">
                <a:solidFill>
                  <a:srgbClr val="2F7760"/>
                </a:solidFill>
                <a:latin typeface="Helvetica Neue"/>
                <a:ea typeface="Helvetica Neue"/>
                <a:cs typeface="Helvetica Neue"/>
              </a:defRPr>
            </a:defPPr>
            <a:lvl1pPr>
              <a:defRPr sz="2550" b="1">
                <a:solidFill>
                  <a:srgbClr val="2F7760"/>
                </a:solidFill>
                <a:latin typeface="Helvetica Neue"/>
                <a:ea typeface="Helvetica Neue"/>
                <a:cs typeface="Helvetica Neue"/>
              </a:defRPr>
            </a:lvl1pPr>
            <a:lvl2pPr>
              <a:defRPr sz="2550" b="1">
                <a:solidFill>
                  <a:srgbClr val="2F7760"/>
                </a:solidFill>
                <a:latin typeface="Helvetica Neue"/>
                <a:ea typeface="Helvetica Neue"/>
                <a:cs typeface="Helvetica Neue"/>
              </a:defRPr>
            </a:lvl2pPr>
            <a:lvl3pPr>
              <a:defRPr sz="2550" b="1">
                <a:solidFill>
                  <a:srgbClr val="2F7760"/>
                </a:solidFill>
                <a:latin typeface="Helvetica Neue"/>
                <a:ea typeface="Helvetica Neue"/>
                <a:cs typeface="Helvetica Neue"/>
              </a:defRPr>
            </a:lvl3pPr>
            <a:lvl4pPr>
              <a:defRPr sz="2550" b="1">
                <a:solidFill>
                  <a:srgbClr val="2F7760"/>
                </a:solidFill>
                <a:latin typeface="Helvetica Neue"/>
                <a:ea typeface="Helvetica Neue"/>
                <a:cs typeface="Helvetica Neue"/>
              </a:defRPr>
            </a:lvl4pPr>
            <a:lvl5pPr>
              <a:defRPr sz="2550" b="1">
                <a:solidFill>
                  <a:srgbClr val="2F7760"/>
                </a:solidFill>
                <a:latin typeface="Helvetica Neue"/>
                <a:ea typeface="Helvetica Neue"/>
                <a:cs typeface="Helvetica Neue"/>
              </a:defRPr>
            </a:lvl5pPr>
            <a:lvl6pPr>
              <a:defRPr sz="2550" b="1">
                <a:solidFill>
                  <a:srgbClr val="2F7760"/>
                </a:solidFill>
                <a:latin typeface="Helvetica Neue"/>
                <a:ea typeface="Helvetica Neue"/>
                <a:cs typeface="Helvetica Neue"/>
              </a:defRPr>
            </a:lvl6pPr>
            <a:lvl7pPr>
              <a:defRPr sz="2550" b="1">
                <a:solidFill>
                  <a:srgbClr val="2F7760"/>
                </a:solidFill>
                <a:latin typeface="Helvetica Neue"/>
                <a:ea typeface="Helvetica Neue"/>
                <a:cs typeface="Helvetica Neue"/>
              </a:defRPr>
            </a:lvl7pPr>
            <a:lvl8pPr>
              <a:defRPr sz="2550" b="1">
                <a:solidFill>
                  <a:srgbClr val="2F7760"/>
                </a:solidFill>
                <a:latin typeface="Helvetica Neue"/>
                <a:ea typeface="Helvetica Neue"/>
                <a:cs typeface="Helvetica Neue"/>
              </a:defRPr>
            </a:lvl8pPr>
            <a:lvl9pPr>
              <a:defRPr sz="2550" b="1">
                <a:solidFill>
                  <a:srgbClr val="2F7760"/>
                </a:solidFill>
                <a:latin typeface="Helvetica Neue"/>
                <a:ea typeface="Helvetica Neue"/>
                <a:cs typeface="Helvetica Neue"/>
              </a:defRPr>
            </a:lvl9pPr>
          </a:lstStyle>
          <a:p xmlns:a="http://schemas.openxmlformats.org/drawingml/2006/main">
            <a:pPr>
              <a:defRPr sz="2550" b="1">
                <a:solidFill>
                  <a:srgbClr val="2F7760"/>
                </a:solidFill>
                <a:latin typeface="Helvetica Neue"/>
                <a:ea typeface="Helvetica Neue"/>
                <a:cs typeface="Helvetica Neue"/>
              </a:defRPr>
            </a:pPr>
            <a:r>
              <a:rPr sz="2550" b="1">
                <a:solidFill>
                  <a:srgbClr val="2F7760"/>
                </a:solidFill>
                <a:latin typeface="Helvetica Neue"/>
                <a:ea typeface="Helvetica Neue"/>
                <a:cs typeface="Helvetica Neue"/>
              </a:rPr>
              <a:t>01</a:t>
            </a:r>
          </a:p>
        </p:txBody>
      </p:sp>
      <p:sp>
        <p:nvSpPr>
          <p:cNvPr id="6" name="">
            <a:extLst xmlns:a="http://schemas.openxmlformats.org/drawingml/2006/main">
              <a:ext uri="{FF2B5EF4-FFF2-40B4-BE49-F238E27FC236}">
                <a16:creationId xmlns:a16="http://schemas.microsoft.com/office/drawing/2014/main" id="{26F50370-0B8A-43DB-9319-32B1860CD8D3}"/>
              </a:ext>
            </a:extLst>
          </p:cNvPr>
          <p:cNvSpPr>
            <a:spLocks xmlns:a="http://schemas.openxmlformats.org/drawingml/2006/main" noGrp="1"/>
          </p:cNvSpPr>
          <p:nvPr/>
        </p:nvSpPr>
        <p:spPr>
          <a:xfrm xmlns:a="http://schemas.openxmlformats.org/drawingml/2006/main">
            <a:off x="1485900" y="2009775"/>
            <a:ext cx="947737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025" b="1">
                <a:solidFill>
                  <a:srgbClr val="14362D"/>
                </a:solidFill>
                <a:latin typeface="Helvetica Neue"/>
                <a:ea typeface="Helvetica Neue"/>
                <a:cs typeface="Helvetica Neue"/>
              </a:defRPr>
            </a:defPPr>
            <a:lvl1pPr>
              <a:defRPr sz="2025" b="1">
                <a:solidFill>
                  <a:srgbClr val="14362D"/>
                </a:solidFill>
                <a:latin typeface="Helvetica Neue"/>
                <a:ea typeface="Helvetica Neue"/>
                <a:cs typeface="Helvetica Neue"/>
              </a:defRPr>
            </a:lvl1pPr>
            <a:lvl2pPr>
              <a:defRPr sz="2025" b="1">
                <a:solidFill>
                  <a:srgbClr val="14362D"/>
                </a:solidFill>
                <a:latin typeface="Helvetica Neue"/>
                <a:ea typeface="Helvetica Neue"/>
                <a:cs typeface="Helvetica Neue"/>
              </a:defRPr>
            </a:lvl2pPr>
            <a:lvl3pPr>
              <a:defRPr sz="2025" b="1">
                <a:solidFill>
                  <a:srgbClr val="14362D"/>
                </a:solidFill>
                <a:latin typeface="Helvetica Neue"/>
                <a:ea typeface="Helvetica Neue"/>
                <a:cs typeface="Helvetica Neue"/>
              </a:defRPr>
            </a:lvl3pPr>
            <a:lvl4pPr>
              <a:defRPr sz="2025" b="1">
                <a:solidFill>
                  <a:srgbClr val="14362D"/>
                </a:solidFill>
                <a:latin typeface="Helvetica Neue"/>
                <a:ea typeface="Helvetica Neue"/>
                <a:cs typeface="Helvetica Neue"/>
              </a:defRPr>
            </a:lvl4pPr>
            <a:lvl5pPr>
              <a:defRPr sz="2025" b="1">
                <a:solidFill>
                  <a:srgbClr val="14362D"/>
                </a:solidFill>
                <a:latin typeface="Helvetica Neue"/>
                <a:ea typeface="Helvetica Neue"/>
                <a:cs typeface="Helvetica Neue"/>
              </a:defRPr>
            </a:lvl5pPr>
            <a:lvl6pPr>
              <a:defRPr sz="2025" b="1">
                <a:solidFill>
                  <a:srgbClr val="14362D"/>
                </a:solidFill>
                <a:latin typeface="Helvetica Neue"/>
                <a:ea typeface="Helvetica Neue"/>
                <a:cs typeface="Helvetica Neue"/>
              </a:defRPr>
            </a:lvl6pPr>
            <a:lvl7pPr>
              <a:defRPr sz="2025" b="1">
                <a:solidFill>
                  <a:srgbClr val="14362D"/>
                </a:solidFill>
                <a:latin typeface="Helvetica Neue"/>
                <a:ea typeface="Helvetica Neue"/>
                <a:cs typeface="Helvetica Neue"/>
              </a:defRPr>
            </a:lvl7pPr>
            <a:lvl8pPr>
              <a:defRPr sz="2025" b="1">
                <a:solidFill>
                  <a:srgbClr val="14362D"/>
                </a:solidFill>
                <a:latin typeface="Helvetica Neue"/>
                <a:ea typeface="Helvetica Neue"/>
                <a:cs typeface="Helvetica Neue"/>
              </a:defRPr>
            </a:lvl8pPr>
            <a:lvl9pPr>
              <a:defRPr sz="2025" b="1">
                <a:solidFill>
                  <a:srgbClr val="14362D"/>
                </a:solidFill>
                <a:latin typeface="Helvetica Neue"/>
                <a:ea typeface="Helvetica Neue"/>
                <a:cs typeface="Helvetica Neue"/>
              </a:defRPr>
            </a:lvl9pPr>
          </a:lstStyle>
          <a:p xmlns:a="http://schemas.openxmlformats.org/drawingml/2006/main">
            <a:pPr>
              <a:defRPr sz="2025" b="1">
                <a:solidFill>
                  <a:srgbClr val="14362D"/>
                </a:solidFill>
                <a:latin typeface="Helvetica Neue"/>
                <a:ea typeface="Helvetica Neue"/>
                <a:cs typeface="Helvetica Neue"/>
              </a:defRPr>
            </a:pPr>
            <a:r>
              <a:rPr sz="2025" b="1">
                <a:solidFill>
                  <a:srgbClr val="14362D"/>
                </a:solidFill>
                <a:latin typeface="Helvetica Neue"/>
                <a:ea typeface="Helvetica Neue"/>
                <a:cs typeface="Helvetica Neue"/>
              </a:rPr>
              <a:t>Prior public and similar works</a:t>
            </a:r>
          </a:p>
        </p:txBody>
      </p:sp>
      <p:sp>
        <p:nvSpPr>
          <p:cNvPr id="7" name="">
            <a:extLst xmlns:a="http://schemas.openxmlformats.org/drawingml/2006/main">
              <a:ext uri="{FF2B5EF4-FFF2-40B4-BE49-F238E27FC236}">
                <a16:creationId xmlns:a16="http://schemas.microsoft.com/office/drawing/2014/main" id="{F148DD17-067F-4D3C-98AC-4826BEF6F360}"/>
              </a:ext>
            </a:extLst>
          </p:cNvPr>
          <p:cNvSpPr>
            <a:spLocks xmlns:a="http://schemas.openxmlformats.org/drawingml/2006/main" noGrp="1"/>
          </p:cNvSpPr>
          <p:nvPr/>
        </p:nvSpPr>
        <p:spPr>
          <a:xfrm xmlns:a="http://schemas.openxmlformats.org/drawingml/2006/main">
            <a:off x="1485900" y="2476500"/>
            <a:ext cx="95250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725" b="0">
                <a:solidFill>
                  <a:srgbClr val="50665B"/>
                </a:solidFill>
                <a:latin typeface="Helvetica Neue"/>
                <a:ea typeface="Helvetica Neue"/>
                <a:cs typeface="Helvetica Neue"/>
              </a:defRPr>
            </a:defPPr>
            <a:lvl1pPr>
              <a:defRPr sz="1725" b="0">
                <a:solidFill>
                  <a:srgbClr val="50665B"/>
                </a:solidFill>
                <a:latin typeface="Helvetica Neue"/>
                <a:ea typeface="Helvetica Neue"/>
                <a:cs typeface="Helvetica Neue"/>
              </a:defRPr>
            </a:lvl1pPr>
            <a:lvl2pPr>
              <a:defRPr sz="1725" b="0">
                <a:solidFill>
                  <a:srgbClr val="50665B"/>
                </a:solidFill>
                <a:latin typeface="Helvetica Neue"/>
                <a:ea typeface="Helvetica Neue"/>
                <a:cs typeface="Helvetica Neue"/>
              </a:defRPr>
            </a:lvl2pPr>
            <a:lvl3pPr>
              <a:defRPr sz="1725" b="0">
                <a:solidFill>
                  <a:srgbClr val="50665B"/>
                </a:solidFill>
                <a:latin typeface="Helvetica Neue"/>
                <a:ea typeface="Helvetica Neue"/>
                <a:cs typeface="Helvetica Neue"/>
              </a:defRPr>
            </a:lvl3pPr>
            <a:lvl4pPr>
              <a:defRPr sz="1725" b="0">
                <a:solidFill>
                  <a:srgbClr val="50665B"/>
                </a:solidFill>
                <a:latin typeface="Helvetica Neue"/>
                <a:ea typeface="Helvetica Neue"/>
                <a:cs typeface="Helvetica Neue"/>
              </a:defRPr>
            </a:lvl4pPr>
            <a:lvl5pPr>
              <a:defRPr sz="1725" b="0">
                <a:solidFill>
                  <a:srgbClr val="50665B"/>
                </a:solidFill>
                <a:latin typeface="Helvetica Neue"/>
                <a:ea typeface="Helvetica Neue"/>
                <a:cs typeface="Helvetica Neue"/>
              </a:defRPr>
            </a:lvl5pPr>
            <a:lvl6pPr>
              <a:defRPr sz="1725" b="0">
                <a:solidFill>
                  <a:srgbClr val="50665B"/>
                </a:solidFill>
                <a:latin typeface="Helvetica Neue"/>
                <a:ea typeface="Helvetica Neue"/>
                <a:cs typeface="Helvetica Neue"/>
              </a:defRPr>
            </a:lvl6pPr>
            <a:lvl7pPr>
              <a:defRPr sz="1725" b="0">
                <a:solidFill>
                  <a:srgbClr val="50665B"/>
                </a:solidFill>
                <a:latin typeface="Helvetica Neue"/>
                <a:ea typeface="Helvetica Neue"/>
                <a:cs typeface="Helvetica Neue"/>
              </a:defRPr>
            </a:lvl7pPr>
            <a:lvl8pPr>
              <a:defRPr sz="1725" b="0">
                <a:solidFill>
                  <a:srgbClr val="50665B"/>
                </a:solidFill>
                <a:latin typeface="Helvetica Neue"/>
                <a:ea typeface="Helvetica Neue"/>
                <a:cs typeface="Helvetica Neue"/>
              </a:defRPr>
            </a:lvl8pPr>
            <a:lvl9pPr>
              <a:defRPr sz="1725" b="0">
                <a:solidFill>
                  <a:srgbClr val="50665B"/>
                </a:solidFill>
                <a:latin typeface="Helvetica Neue"/>
                <a:ea typeface="Helvetica Neue"/>
                <a:cs typeface="Helvetica Neue"/>
              </a:defRPr>
            </a:lvl9pPr>
          </a:lstStyle>
          <a:p xmlns:a="http://schemas.openxmlformats.org/drawingml/2006/main">
            <a:pPr>
              <a:defRPr sz="1725" b="0">
                <a:solidFill>
                  <a:srgbClr val="50665B"/>
                </a:solidFill>
                <a:latin typeface="Helvetica Neue"/>
                <a:ea typeface="Helvetica Neue"/>
                <a:cs typeface="Helvetica Neue"/>
              </a:defRPr>
            </a:pPr>
            <a:r>
              <a:rPr sz="1725" b="0">
                <a:solidFill>
                  <a:srgbClr val="50665B"/>
                </a:solidFill>
                <a:latin typeface="Helvetica Neue"/>
                <a:ea typeface="Helvetica Neue"/>
                <a:cs typeface="Helvetica Neue"/>
              </a:rPr>
              <a:t>The consent warranty includes similar public works by the same author. No old-material exemption is confirmed.</a:t>
            </a:r>
          </a:p>
        </p:txBody>
      </p:sp>
      <p:sp>
        <p:nvSpPr>
          <p:cNvPr id="8" name="">
            <a:extLst xmlns:a="http://schemas.openxmlformats.org/drawingml/2006/main">
              <a:ext uri="{FF2B5EF4-FFF2-40B4-BE49-F238E27FC236}">
                <a16:creationId xmlns:a16="http://schemas.microsoft.com/office/drawing/2014/main" id="{77FB9768-634C-48B0-AAA9-E468F889BFFE}"/>
              </a:ext>
            </a:extLst>
          </p:cNvPr>
          <p:cNvSpPr>
            <a:spLocks xmlns:a="http://schemas.openxmlformats.org/drawingml/2006/main" noGrp="1"/>
          </p:cNvSpPr>
          <p:nvPr/>
        </p:nvSpPr>
        <p:spPr>
          <a:xfrm xmlns:a="http://schemas.openxmlformats.org/drawingml/2006/main">
            <a:off x="647700" y="3419475"/>
            <a:ext cx="762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550" b="1">
                <a:solidFill>
                  <a:srgbClr val="2F7760"/>
                </a:solidFill>
                <a:latin typeface="Helvetica Neue"/>
                <a:ea typeface="Helvetica Neue"/>
                <a:cs typeface="Helvetica Neue"/>
              </a:defRPr>
            </a:defPPr>
            <a:lvl1pPr>
              <a:defRPr sz="2550" b="1">
                <a:solidFill>
                  <a:srgbClr val="2F7760"/>
                </a:solidFill>
                <a:latin typeface="Helvetica Neue"/>
                <a:ea typeface="Helvetica Neue"/>
                <a:cs typeface="Helvetica Neue"/>
              </a:defRPr>
            </a:lvl1pPr>
            <a:lvl2pPr>
              <a:defRPr sz="2550" b="1">
                <a:solidFill>
                  <a:srgbClr val="2F7760"/>
                </a:solidFill>
                <a:latin typeface="Helvetica Neue"/>
                <a:ea typeface="Helvetica Neue"/>
                <a:cs typeface="Helvetica Neue"/>
              </a:defRPr>
            </a:lvl2pPr>
            <a:lvl3pPr>
              <a:defRPr sz="2550" b="1">
                <a:solidFill>
                  <a:srgbClr val="2F7760"/>
                </a:solidFill>
                <a:latin typeface="Helvetica Neue"/>
                <a:ea typeface="Helvetica Neue"/>
                <a:cs typeface="Helvetica Neue"/>
              </a:defRPr>
            </a:lvl3pPr>
            <a:lvl4pPr>
              <a:defRPr sz="2550" b="1">
                <a:solidFill>
                  <a:srgbClr val="2F7760"/>
                </a:solidFill>
                <a:latin typeface="Helvetica Neue"/>
                <a:ea typeface="Helvetica Neue"/>
                <a:cs typeface="Helvetica Neue"/>
              </a:defRPr>
            </a:lvl4pPr>
            <a:lvl5pPr>
              <a:defRPr sz="2550" b="1">
                <a:solidFill>
                  <a:srgbClr val="2F7760"/>
                </a:solidFill>
                <a:latin typeface="Helvetica Neue"/>
                <a:ea typeface="Helvetica Neue"/>
                <a:cs typeface="Helvetica Neue"/>
              </a:defRPr>
            </a:lvl5pPr>
            <a:lvl6pPr>
              <a:defRPr sz="2550" b="1">
                <a:solidFill>
                  <a:srgbClr val="2F7760"/>
                </a:solidFill>
                <a:latin typeface="Helvetica Neue"/>
                <a:ea typeface="Helvetica Neue"/>
                <a:cs typeface="Helvetica Neue"/>
              </a:defRPr>
            </a:lvl6pPr>
            <a:lvl7pPr>
              <a:defRPr sz="2550" b="1">
                <a:solidFill>
                  <a:srgbClr val="2F7760"/>
                </a:solidFill>
                <a:latin typeface="Helvetica Neue"/>
                <a:ea typeface="Helvetica Neue"/>
                <a:cs typeface="Helvetica Neue"/>
              </a:defRPr>
            </a:lvl7pPr>
            <a:lvl8pPr>
              <a:defRPr sz="2550" b="1">
                <a:solidFill>
                  <a:srgbClr val="2F7760"/>
                </a:solidFill>
                <a:latin typeface="Helvetica Neue"/>
                <a:ea typeface="Helvetica Neue"/>
                <a:cs typeface="Helvetica Neue"/>
              </a:defRPr>
            </a:lvl8pPr>
            <a:lvl9pPr>
              <a:defRPr sz="2550" b="1">
                <a:solidFill>
                  <a:srgbClr val="2F7760"/>
                </a:solidFill>
                <a:latin typeface="Helvetica Neue"/>
                <a:ea typeface="Helvetica Neue"/>
                <a:cs typeface="Helvetica Neue"/>
              </a:defRPr>
            </a:lvl9pPr>
          </a:lstStyle>
          <a:p xmlns:a="http://schemas.openxmlformats.org/drawingml/2006/main">
            <a:pPr>
              <a:defRPr sz="2550" b="1">
                <a:solidFill>
                  <a:srgbClr val="2F7760"/>
                </a:solidFill>
                <a:latin typeface="Helvetica Neue"/>
                <a:ea typeface="Helvetica Neue"/>
                <a:cs typeface="Helvetica Neue"/>
              </a:defRPr>
            </a:pPr>
            <a:r>
              <a:rPr sz="2550" b="1">
                <a:solidFill>
                  <a:srgbClr val="2F7760"/>
                </a:solidFill>
                <a:latin typeface="Helvetica Neue"/>
                <a:ea typeface="Helvetica Neue"/>
                <a:cs typeface="Helvetica Neue"/>
              </a:rPr>
              <a:t>02</a:t>
            </a:r>
          </a:p>
        </p:txBody>
      </p:sp>
      <p:sp>
        <p:nvSpPr>
          <p:cNvPr id="9" name="">
            <a:extLst xmlns:a="http://schemas.openxmlformats.org/drawingml/2006/main">
              <a:ext uri="{FF2B5EF4-FFF2-40B4-BE49-F238E27FC236}">
                <a16:creationId xmlns:a16="http://schemas.microsoft.com/office/drawing/2014/main" id="{AF595494-0C6F-49A0-ACF9-B26479F5A517}"/>
              </a:ext>
            </a:extLst>
          </p:cNvPr>
          <p:cNvSpPr>
            <a:spLocks xmlns:a="http://schemas.openxmlformats.org/drawingml/2006/main" noGrp="1"/>
          </p:cNvSpPr>
          <p:nvPr/>
        </p:nvSpPr>
        <p:spPr>
          <a:xfrm xmlns:a="http://schemas.openxmlformats.org/drawingml/2006/main">
            <a:off x="1485900" y="3419475"/>
            <a:ext cx="947737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025" b="1">
                <a:solidFill>
                  <a:srgbClr val="14362D"/>
                </a:solidFill>
                <a:latin typeface="Helvetica Neue"/>
                <a:ea typeface="Helvetica Neue"/>
                <a:cs typeface="Helvetica Neue"/>
              </a:defRPr>
            </a:defPPr>
            <a:lvl1pPr>
              <a:defRPr sz="2025" b="1">
                <a:solidFill>
                  <a:srgbClr val="14362D"/>
                </a:solidFill>
                <a:latin typeface="Helvetica Neue"/>
                <a:ea typeface="Helvetica Neue"/>
                <a:cs typeface="Helvetica Neue"/>
              </a:defRPr>
            </a:lvl1pPr>
            <a:lvl2pPr>
              <a:defRPr sz="2025" b="1">
                <a:solidFill>
                  <a:srgbClr val="14362D"/>
                </a:solidFill>
                <a:latin typeface="Helvetica Neue"/>
                <a:ea typeface="Helvetica Neue"/>
                <a:cs typeface="Helvetica Neue"/>
              </a:defRPr>
            </a:lvl2pPr>
            <a:lvl3pPr>
              <a:defRPr sz="2025" b="1">
                <a:solidFill>
                  <a:srgbClr val="14362D"/>
                </a:solidFill>
                <a:latin typeface="Helvetica Neue"/>
                <a:ea typeface="Helvetica Neue"/>
                <a:cs typeface="Helvetica Neue"/>
              </a:defRPr>
            </a:lvl3pPr>
            <a:lvl4pPr>
              <a:defRPr sz="2025" b="1">
                <a:solidFill>
                  <a:srgbClr val="14362D"/>
                </a:solidFill>
                <a:latin typeface="Helvetica Neue"/>
                <a:ea typeface="Helvetica Neue"/>
                <a:cs typeface="Helvetica Neue"/>
              </a:defRPr>
            </a:lvl4pPr>
            <a:lvl5pPr>
              <a:defRPr sz="2025" b="1">
                <a:solidFill>
                  <a:srgbClr val="14362D"/>
                </a:solidFill>
                <a:latin typeface="Helvetica Neue"/>
                <a:ea typeface="Helvetica Neue"/>
                <a:cs typeface="Helvetica Neue"/>
              </a:defRPr>
            </a:lvl5pPr>
            <a:lvl6pPr>
              <a:defRPr sz="2025" b="1">
                <a:solidFill>
                  <a:srgbClr val="14362D"/>
                </a:solidFill>
                <a:latin typeface="Helvetica Neue"/>
                <a:ea typeface="Helvetica Neue"/>
                <a:cs typeface="Helvetica Neue"/>
              </a:defRPr>
            </a:lvl6pPr>
            <a:lvl7pPr>
              <a:defRPr sz="2025" b="1">
                <a:solidFill>
                  <a:srgbClr val="14362D"/>
                </a:solidFill>
                <a:latin typeface="Helvetica Neue"/>
                <a:ea typeface="Helvetica Neue"/>
                <a:cs typeface="Helvetica Neue"/>
              </a:defRPr>
            </a:lvl7pPr>
            <a:lvl8pPr>
              <a:defRPr sz="2025" b="1">
                <a:solidFill>
                  <a:srgbClr val="14362D"/>
                </a:solidFill>
                <a:latin typeface="Helvetica Neue"/>
                <a:ea typeface="Helvetica Neue"/>
                <a:cs typeface="Helvetica Neue"/>
              </a:defRPr>
            </a:lvl8pPr>
            <a:lvl9pPr>
              <a:defRPr sz="2025" b="1">
                <a:solidFill>
                  <a:srgbClr val="14362D"/>
                </a:solidFill>
                <a:latin typeface="Helvetica Neue"/>
                <a:ea typeface="Helvetica Neue"/>
                <a:cs typeface="Helvetica Neue"/>
              </a:defRPr>
            </a:lvl9pPr>
          </a:lstStyle>
          <a:p xmlns:a="http://schemas.openxmlformats.org/drawingml/2006/main">
            <a:pPr>
              <a:defRPr sz="2025" b="1">
                <a:solidFill>
                  <a:srgbClr val="14362D"/>
                </a:solidFill>
                <a:latin typeface="Helvetica Neue"/>
                <a:ea typeface="Helvetica Neue"/>
                <a:cs typeface="Helvetica Neue"/>
              </a:defRPr>
            </a:pPr>
            <a:r>
              <a:rPr sz="2025" b="1">
                <a:solidFill>
                  <a:srgbClr val="14362D"/>
                </a:solidFill>
                <a:latin typeface="Helvetica Neue"/>
                <a:ea typeface="Helvetica Neue"/>
                <a:cs typeface="Helvetica Neue"/>
              </a:rPr>
              <a:t>Asset and model permissions</a:t>
            </a:r>
          </a:p>
        </p:txBody>
      </p:sp>
      <p:sp>
        <p:nvSpPr>
          <p:cNvPr id="10" name="">
            <a:extLst xmlns:a="http://schemas.openxmlformats.org/drawingml/2006/main">
              <a:ext uri="{FF2B5EF4-FFF2-40B4-BE49-F238E27FC236}">
                <a16:creationId xmlns:a16="http://schemas.microsoft.com/office/drawing/2014/main" id="{1C2A1793-EB47-43E5-AC36-0C94D76CA068}"/>
              </a:ext>
            </a:extLst>
          </p:cNvPr>
          <p:cNvSpPr>
            <a:spLocks xmlns:a="http://schemas.openxmlformats.org/drawingml/2006/main" noGrp="1"/>
          </p:cNvSpPr>
          <p:nvPr/>
        </p:nvSpPr>
        <p:spPr>
          <a:xfrm xmlns:a="http://schemas.openxmlformats.org/drawingml/2006/main">
            <a:off x="1485900" y="3886200"/>
            <a:ext cx="95250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725" b="0">
                <a:solidFill>
                  <a:srgbClr val="50665B"/>
                </a:solidFill>
                <a:latin typeface="Helvetica Neue"/>
                <a:ea typeface="Helvetica Neue"/>
                <a:cs typeface="Helvetica Neue"/>
              </a:defRPr>
            </a:defPPr>
            <a:lvl1pPr>
              <a:defRPr sz="1725" b="0">
                <a:solidFill>
                  <a:srgbClr val="50665B"/>
                </a:solidFill>
                <a:latin typeface="Helvetica Neue"/>
                <a:ea typeface="Helvetica Neue"/>
                <a:cs typeface="Helvetica Neue"/>
              </a:defRPr>
            </a:lvl1pPr>
            <a:lvl2pPr>
              <a:defRPr sz="1725" b="0">
                <a:solidFill>
                  <a:srgbClr val="50665B"/>
                </a:solidFill>
                <a:latin typeface="Helvetica Neue"/>
                <a:ea typeface="Helvetica Neue"/>
                <a:cs typeface="Helvetica Neue"/>
              </a:defRPr>
            </a:lvl2pPr>
            <a:lvl3pPr>
              <a:defRPr sz="1725" b="0">
                <a:solidFill>
                  <a:srgbClr val="50665B"/>
                </a:solidFill>
                <a:latin typeface="Helvetica Neue"/>
                <a:ea typeface="Helvetica Neue"/>
                <a:cs typeface="Helvetica Neue"/>
              </a:defRPr>
            </a:lvl3pPr>
            <a:lvl4pPr>
              <a:defRPr sz="1725" b="0">
                <a:solidFill>
                  <a:srgbClr val="50665B"/>
                </a:solidFill>
                <a:latin typeface="Helvetica Neue"/>
                <a:ea typeface="Helvetica Neue"/>
                <a:cs typeface="Helvetica Neue"/>
              </a:defRPr>
            </a:lvl4pPr>
            <a:lvl5pPr>
              <a:defRPr sz="1725" b="0">
                <a:solidFill>
                  <a:srgbClr val="50665B"/>
                </a:solidFill>
                <a:latin typeface="Helvetica Neue"/>
                <a:ea typeface="Helvetica Neue"/>
                <a:cs typeface="Helvetica Neue"/>
              </a:defRPr>
            </a:lvl5pPr>
            <a:lvl6pPr>
              <a:defRPr sz="1725" b="0">
                <a:solidFill>
                  <a:srgbClr val="50665B"/>
                </a:solidFill>
                <a:latin typeface="Helvetica Neue"/>
                <a:ea typeface="Helvetica Neue"/>
                <a:cs typeface="Helvetica Neue"/>
              </a:defRPr>
            </a:lvl6pPr>
            <a:lvl7pPr>
              <a:defRPr sz="1725" b="0">
                <a:solidFill>
                  <a:srgbClr val="50665B"/>
                </a:solidFill>
                <a:latin typeface="Helvetica Neue"/>
                <a:ea typeface="Helvetica Neue"/>
                <a:cs typeface="Helvetica Neue"/>
              </a:defRPr>
            </a:lvl7pPr>
            <a:lvl8pPr>
              <a:defRPr sz="1725" b="0">
                <a:solidFill>
                  <a:srgbClr val="50665B"/>
                </a:solidFill>
                <a:latin typeface="Helvetica Neue"/>
                <a:ea typeface="Helvetica Neue"/>
                <a:cs typeface="Helvetica Neue"/>
              </a:defRPr>
            </a:lvl8pPr>
            <a:lvl9pPr>
              <a:defRPr sz="1725" b="0">
                <a:solidFill>
                  <a:srgbClr val="50665B"/>
                </a:solidFill>
                <a:latin typeface="Helvetica Neue"/>
                <a:ea typeface="Helvetica Neue"/>
                <a:cs typeface="Helvetica Neue"/>
              </a:defRPr>
            </a:lvl9pPr>
          </a:lstStyle>
          <a:p xmlns:a="http://schemas.openxmlformats.org/drawingml/2006/main">
            <a:pPr>
              <a:defRPr sz="1725" b="0">
                <a:solidFill>
                  <a:srgbClr val="50665B"/>
                </a:solidFill>
                <a:latin typeface="Helvetica Neue"/>
                <a:ea typeface="Helvetica Neue"/>
                <a:cs typeface="Helvetica Neue"/>
              </a:defRPr>
            </a:pPr>
            <a:r>
              <a:rPr sz="1725" b="0">
                <a:solidFill>
                  <a:srgbClr val="50665B"/>
                </a:solidFill>
                <a:latin typeface="Helvetica Neue"/>
                <a:ea typeface="Helvetica Neue"/>
                <a:cs typeface="Helvetica Neue"/>
              </a:rPr>
              <a:t>Rights must support the organizer’s use, including commercial use and sublicensing for winning work.</a:t>
            </a:r>
          </a:p>
        </p:txBody>
      </p:sp>
      <p:sp>
        <p:nvSpPr>
          <p:cNvPr id="11" name="">
            <a:extLst xmlns:a="http://schemas.openxmlformats.org/drawingml/2006/main">
              <a:ext uri="{FF2B5EF4-FFF2-40B4-BE49-F238E27FC236}">
                <a16:creationId xmlns:a16="http://schemas.microsoft.com/office/drawing/2014/main" id="{F0DA6AF5-078A-4E64-AF42-71D28E62D28A}"/>
              </a:ext>
            </a:extLst>
          </p:cNvPr>
          <p:cNvSpPr>
            <a:spLocks xmlns:a="http://schemas.openxmlformats.org/drawingml/2006/main" noGrp="1"/>
          </p:cNvSpPr>
          <p:nvPr/>
        </p:nvSpPr>
        <p:spPr>
          <a:xfrm xmlns:a="http://schemas.openxmlformats.org/drawingml/2006/main">
            <a:off x="647700" y="4829175"/>
            <a:ext cx="762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550" b="1">
                <a:solidFill>
                  <a:srgbClr val="2F7760"/>
                </a:solidFill>
                <a:latin typeface="Helvetica Neue"/>
                <a:ea typeface="Helvetica Neue"/>
                <a:cs typeface="Helvetica Neue"/>
              </a:defRPr>
            </a:defPPr>
            <a:lvl1pPr>
              <a:defRPr sz="2550" b="1">
                <a:solidFill>
                  <a:srgbClr val="2F7760"/>
                </a:solidFill>
                <a:latin typeface="Helvetica Neue"/>
                <a:ea typeface="Helvetica Neue"/>
                <a:cs typeface="Helvetica Neue"/>
              </a:defRPr>
            </a:lvl1pPr>
            <a:lvl2pPr>
              <a:defRPr sz="2550" b="1">
                <a:solidFill>
                  <a:srgbClr val="2F7760"/>
                </a:solidFill>
                <a:latin typeface="Helvetica Neue"/>
                <a:ea typeface="Helvetica Neue"/>
                <a:cs typeface="Helvetica Neue"/>
              </a:defRPr>
            </a:lvl2pPr>
            <a:lvl3pPr>
              <a:defRPr sz="2550" b="1">
                <a:solidFill>
                  <a:srgbClr val="2F7760"/>
                </a:solidFill>
                <a:latin typeface="Helvetica Neue"/>
                <a:ea typeface="Helvetica Neue"/>
                <a:cs typeface="Helvetica Neue"/>
              </a:defRPr>
            </a:lvl3pPr>
            <a:lvl4pPr>
              <a:defRPr sz="2550" b="1">
                <a:solidFill>
                  <a:srgbClr val="2F7760"/>
                </a:solidFill>
                <a:latin typeface="Helvetica Neue"/>
                <a:ea typeface="Helvetica Neue"/>
                <a:cs typeface="Helvetica Neue"/>
              </a:defRPr>
            </a:lvl4pPr>
            <a:lvl5pPr>
              <a:defRPr sz="2550" b="1">
                <a:solidFill>
                  <a:srgbClr val="2F7760"/>
                </a:solidFill>
                <a:latin typeface="Helvetica Neue"/>
                <a:ea typeface="Helvetica Neue"/>
                <a:cs typeface="Helvetica Neue"/>
              </a:defRPr>
            </a:lvl5pPr>
            <a:lvl6pPr>
              <a:defRPr sz="2550" b="1">
                <a:solidFill>
                  <a:srgbClr val="2F7760"/>
                </a:solidFill>
                <a:latin typeface="Helvetica Neue"/>
                <a:ea typeface="Helvetica Neue"/>
                <a:cs typeface="Helvetica Neue"/>
              </a:defRPr>
            </a:lvl6pPr>
            <a:lvl7pPr>
              <a:defRPr sz="2550" b="1">
                <a:solidFill>
                  <a:srgbClr val="2F7760"/>
                </a:solidFill>
                <a:latin typeface="Helvetica Neue"/>
                <a:ea typeface="Helvetica Neue"/>
                <a:cs typeface="Helvetica Neue"/>
              </a:defRPr>
            </a:lvl7pPr>
            <a:lvl8pPr>
              <a:defRPr sz="2550" b="1">
                <a:solidFill>
                  <a:srgbClr val="2F7760"/>
                </a:solidFill>
                <a:latin typeface="Helvetica Neue"/>
                <a:ea typeface="Helvetica Neue"/>
                <a:cs typeface="Helvetica Neue"/>
              </a:defRPr>
            </a:lvl8pPr>
            <a:lvl9pPr>
              <a:defRPr sz="2550" b="1">
                <a:solidFill>
                  <a:srgbClr val="2F7760"/>
                </a:solidFill>
                <a:latin typeface="Helvetica Neue"/>
                <a:ea typeface="Helvetica Neue"/>
                <a:cs typeface="Helvetica Neue"/>
              </a:defRPr>
            </a:lvl9pPr>
          </a:lstStyle>
          <a:p xmlns:a="http://schemas.openxmlformats.org/drawingml/2006/main">
            <a:pPr>
              <a:defRPr sz="2550" b="1">
                <a:solidFill>
                  <a:srgbClr val="2F7760"/>
                </a:solidFill>
                <a:latin typeface="Helvetica Neue"/>
                <a:ea typeface="Helvetica Neue"/>
                <a:cs typeface="Helvetica Neue"/>
              </a:defRPr>
            </a:pPr>
            <a:r>
              <a:rPr sz="2550" b="1">
                <a:solidFill>
                  <a:srgbClr val="2F7760"/>
                </a:solidFill>
                <a:latin typeface="Helvetica Neue"/>
                <a:ea typeface="Helvetica Neue"/>
                <a:cs typeface="Helvetica Neue"/>
              </a:rPr>
              <a:t>03</a:t>
            </a:r>
          </a:p>
        </p:txBody>
      </p:sp>
      <p:sp>
        <p:nvSpPr>
          <p:cNvPr id="12" name="">
            <a:extLst xmlns:a="http://schemas.openxmlformats.org/drawingml/2006/main">
              <a:ext uri="{FF2B5EF4-FFF2-40B4-BE49-F238E27FC236}">
                <a16:creationId xmlns:a16="http://schemas.microsoft.com/office/drawing/2014/main" id="{91B602A3-527B-4F62-A5DA-9CE1C5A830C5}"/>
              </a:ext>
            </a:extLst>
          </p:cNvPr>
          <p:cNvSpPr>
            <a:spLocks xmlns:a="http://schemas.openxmlformats.org/drawingml/2006/main" noGrp="1"/>
          </p:cNvSpPr>
          <p:nvPr/>
        </p:nvSpPr>
        <p:spPr>
          <a:xfrm xmlns:a="http://schemas.openxmlformats.org/drawingml/2006/main">
            <a:off x="1485900" y="4829175"/>
            <a:ext cx="947737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025" b="1">
                <a:solidFill>
                  <a:srgbClr val="14362D"/>
                </a:solidFill>
                <a:latin typeface="Helvetica Neue"/>
                <a:ea typeface="Helvetica Neue"/>
                <a:cs typeface="Helvetica Neue"/>
              </a:defRPr>
            </a:defPPr>
            <a:lvl1pPr>
              <a:defRPr sz="2025" b="1">
                <a:solidFill>
                  <a:srgbClr val="14362D"/>
                </a:solidFill>
                <a:latin typeface="Helvetica Neue"/>
                <a:ea typeface="Helvetica Neue"/>
                <a:cs typeface="Helvetica Neue"/>
              </a:defRPr>
            </a:lvl1pPr>
            <a:lvl2pPr>
              <a:defRPr sz="2025" b="1">
                <a:solidFill>
                  <a:srgbClr val="14362D"/>
                </a:solidFill>
                <a:latin typeface="Helvetica Neue"/>
                <a:ea typeface="Helvetica Neue"/>
                <a:cs typeface="Helvetica Neue"/>
              </a:defRPr>
            </a:lvl2pPr>
            <a:lvl3pPr>
              <a:defRPr sz="2025" b="1">
                <a:solidFill>
                  <a:srgbClr val="14362D"/>
                </a:solidFill>
                <a:latin typeface="Helvetica Neue"/>
                <a:ea typeface="Helvetica Neue"/>
                <a:cs typeface="Helvetica Neue"/>
              </a:defRPr>
            </a:lvl3pPr>
            <a:lvl4pPr>
              <a:defRPr sz="2025" b="1">
                <a:solidFill>
                  <a:srgbClr val="14362D"/>
                </a:solidFill>
                <a:latin typeface="Helvetica Neue"/>
                <a:ea typeface="Helvetica Neue"/>
                <a:cs typeface="Helvetica Neue"/>
              </a:defRPr>
            </a:lvl4pPr>
            <a:lvl5pPr>
              <a:defRPr sz="2025" b="1">
                <a:solidFill>
                  <a:srgbClr val="14362D"/>
                </a:solidFill>
                <a:latin typeface="Helvetica Neue"/>
                <a:ea typeface="Helvetica Neue"/>
                <a:cs typeface="Helvetica Neue"/>
              </a:defRPr>
            </a:lvl5pPr>
            <a:lvl6pPr>
              <a:defRPr sz="2025" b="1">
                <a:solidFill>
                  <a:srgbClr val="14362D"/>
                </a:solidFill>
                <a:latin typeface="Helvetica Neue"/>
                <a:ea typeface="Helvetica Neue"/>
                <a:cs typeface="Helvetica Neue"/>
              </a:defRPr>
            </a:lvl6pPr>
            <a:lvl7pPr>
              <a:defRPr sz="2025" b="1">
                <a:solidFill>
                  <a:srgbClr val="14362D"/>
                </a:solidFill>
                <a:latin typeface="Helvetica Neue"/>
                <a:ea typeface="Helvetica Neue"/>
                <a:cs typeface="Helvetica Neue"/>
              </a:defRPr>
            </a:lvl7pPr>
            <a:lvl8pPr>
              <a:defRPr sz="2025" b="1">
                <a:solidFill>
                  <a:srgbClr val="14362D"/>
                </a:solidFill>
                <a:latin typeface="Helvetica Neue"/>
                <a:ea typeface="Helvetica Neue"/>
                <a:cs typeface="Helvetica Neue"/>
              </a:defRPr>
            </a:lvl8pPr>
            <a:lvl9pPr>
              <a:defRPr sz="2025" b="1">
                <a:solidFill>
                  <a:srgbClr val="14362D"/>
                </a:solidFill>
                <a:latin typeface="Helvetica Neue"/>
                <a:ea typeface="Helvetica Neue"/>
                <a:cs typeface="Helvetica Neue"/>
              </a:defRPr>
            </a:lvl9pPr>
          </a:lstStyle>
          <a:p xmlns:a="http://schemas.openxmlformats.org/drawingml/2006/main">
            <a:pPr>
              <a:defRPr sz="2025" b="1">
                <a:solidFill>
                  <a:srgbClr val="14362D"/>
                </a:solidFill>
                <a:latin typeface="Helvetica Neue"/>
                <a:ea typeface="Helvetica Neue"/>
                <a:cs typeface="Helvetica Neue"/>
              </a:defRPr>
            </a:pPr>
            <a:r>
              <a:rPr sz="2025" b="1">
                <a:solidFill>
                  <a:srgbClr val="14362D"/>
                </a:solidFill>
                <a:latin typeface="Helvetica Neue"/>
                <a:ea typeface="Helvetica Neue"/>
                <a:cs typeface="Helvetica Neue"/>
              </a:rPr>
              <a:t>Owner-only agreement and signature</a:t>
            </a:r>
          </a:p>
        </p:txBody>
      </p:sp>
      <p:sp>
        <p:nvSpPr>
          <p:cNvPr id="13" name="">
            <a:extLst xmlns:a="http://schemas.openxmlformats.org/drawingml/2006/main">
              <a:ext uri="{FF2B5EF4-FFF2-40B4-BE49-F238E27FC236}">
                <a16:creationId xmlns:a16="http://schemas.microsoft.com/office/drawing/2014/main" id="{DA976AA4-B5C0-4B8E-90B1-8D6A60C4A50A}"/>
              </a:ext>
            </a:extLst>
          </p:cNvPr>
          <p:cNvSpPr>
            <a:spLocks xmlns:a="http://schemas.openxmlformats.org/drawingml/2006/main" noGrp="1"/>
          </p:cNvSpPr>
          <p:nvPr/>
        </p:nvSpPr>
        <p:spPr>
          <a:xfrm xmlns:a="http://schemas.openxmlformats.org/drawingml/2006/main">
            <a:off x="1485900" y="5295900"/>
            <a:ext cx="95250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725" b="0">
                <a:solidFill>
                  <a:srgbClr val="50665B"/>
                </a:solidFill>
                <a:latin typeface="Helvetica Neue"/>
                <a:ea typeface="Helvetica Neue"/>
                <a:cs typeface="Helvetica Neue"/>
              </a:defRPr>
            </a:defPPr>
            <a:lvl1pPr>
              <a:defRPr sz="1725" b="0">
                <a:solidFill>
                  <a:srgbClr val="50665B"/>
                </a:solidFill>
                <a:latin typeface="Helvetica Neue"/>
                <a:ea typeface="Helvetica Neue"/>
                <a:cs typeface="Helvetica Neue"/>
              </a:defRPr>
            </a:lvl1pPr>
            <a:lvl2pPr>
              <a:defRPr sz="1725" b="0">
                <a:solidFill>
                  <a:srgbClr val="50665B"/>
                </a:solidFill>
                <a:latin typeface="Helvetica Neue"/>
                <a:ea typeface="Helvetica Neue"/>
                <a:cs typeface="Helvetica Neue"/>
              </a:defRPr>
            </a:lvl2pPr>
            <a:lvl3pPr>
              <a:defRPr sz="1725" b="0">
                <a:solidFill>
                  <a:srgbClr val="50665B"/>
                </a:solidFill>
                <a:latin typeface="Helvetica Neue"/>
                <a:ea typeface="Helvetica Neue"/>
                <a:cs typeface="Helvetica Neue"/>
              </a:defRPr>
            </a:lvl3pPr>
            <a:lvl4pPr>
              <a:defRPr sz="1725" b="0">
                <a:solidFill>
                  <a:srgbClr val="50665B"/>
                </a:solidFill>
                <a:latin typeface="Helvetica Neue"/>
                <a:ea typeface="Helvetica Neue"/>
                <a:cs typeface="Helvetica Neue"/>
              </a:defRPr>
            </a:lvl4pPr>
            <a:lvl5pPr>
              <a:defRPr sz="1725" b="0">
                <a:solidFill>
                  <a:srgbClr val="50665B"/>
                </a:solidFill>
                <a:latin typeface="Helvetica Neue"/>
                <a:ea typeface="Helvetica Neue"/>
                <a:cs typeface="Helvetica Neue"/>
              </a:defRPr>
            </a:lvl5pPr>
            <a:lvl6pPr>
              <a:defRPr sz="1725" b="0">
                <a:solidFill>
                  <a:srgbClr val="50665B"/>
                </a:solidFill>
                <a:latin typeface="Helvetica Neue"/>
                <a:ea typeface="Helvetica Neue"/>
                <a:cs typeface="Helvetica Neue"/>
              </a:defRPr>
            </a:lvl6pPr>
            <a:lvl7pPr>
              <a:defRPr sz="1725" b="0">
                <a:solidFill>
                  <a:srgbClr val="50665B"/>
                </a:solidFill>
                <a:latin typeface="Helvetica Neue"/>
                <a:ea typeface="Helvetica Neue"/>
                <a:cs typeface="Helvetica Neue"/>
              </a:defRPr>
            </a:lvl7pPr>
            <a:lvl8pPr>
              <a:defRPr sz="1725" b="0">
                <a:solidFill>
                  <a:srgbClr val="50665B"/>
                </a:solidFill>
                <a:latin typeface="Helvetica Neue"/>
                <a:ea typeface="Helvetica Neue"/>
                <a:cs typeface="Helvetica Neue"/>
              </a:defRPr>
            </a:lvl8pPr>
            <a:lvl9pPr>
              <a:defRPr sz="1725" b="0">
                <a:solidFill>
                  <a:srgbClr val="50665B"/>
                </a:solidFill>
                <a:latin typeface="Helvetica Neue"/>
                <a:ea typeface="Helvetica Neue"/>
                <a:cs typeface="Helvetica Neue"/>
              </a:defRPr>
            </a:lvl9pPr>
          </a:lstStyle>
          <a:p xmlns:a="http://schemas.openxmlformats.org/drawingml/2006/main">
            <a:pPr>
              <a:defRPr sz="1725" b="0">
                <a:solidFill>
                  <a:srgbClr val="50665B"/>
                </a:solidFill>
                <a:latin typeface="Helvetica Neue"/>
                <a:ea typeface="Helvetica Neue"/>
                <a:cs typeface="Helvetica Neue"/>
              </a:defRPr>
            </a:pPr>
            <a:r>
              <a:rPr sz="1725" b="0">
                <a:solidFill>
                  <a:srgbClr val="50665B"/>
                </a:solidFill>
                <a:latin typeface="Helvetica Neue"/>
                <a:ea typeface="Helvetica Neue"/>
                <a:cs typeface="Helvetica Neue"/>
              </a:rPr>
              <a:t>The author must review perpetual award licensing and name, likeness and voice terms before signing.</a:t>
            </a:r>
          </a:p>
        </p:txBody>
      </p:sp>
    </p:spTree>
    <p:extLst>
      <p:ext uri="{BB962C8B-B14F-4D97-AF65-F5344CB8AC3E}">
        <p14:creationId xmlns:p14="http://schemas.microsoft.com/office/powerpoint/2010/main" val="1582431668"/>
      </p:ext>
    </p:extLst>
  </p:cSld>
</p:sld>
</file>

<file path=ppt/slides/slide14.xml><?xml version="1.0" encoding="utf-8"?>
<p:sld xmlns:p="http://schemas.openxmlformats.org/presentationml/2006/main">
  <p:cSld>
    <p:bg>
      <p:bgPr>
        <a:solidFill xmlns:a="http://schemas.openxmlformats.org/drawingml/2006/main">
          <a:srgbClr val="102A2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CC76A45-0FE9-4BB8-8562-BDD3217B04D9}"/>
              </a:ext>
            </a:extLst>
          </p:cNvPr>
          <p:cNvSpPr>
            <a:spLocks xmlns:a="http://schemas.openxmlformats.org/drawingml/2006/main" noGrp="1"/>
          </p:cNvSpPr>
          <p:nvPr/>
        </p:nvSpPr>
        <p:spPr>
          <a:xfrm xmlns:a="http://schemas.openxmlformats.org/drawingml/2006/main">
            <a:off x="609600" y="476250"/>
            <a:ext cx="109537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F3F1E7"/>
                </a:solidFill>
                <a:latin typeface="Helvetica Neue"/>
                <a:ea typeface="Helvetica Neue"/>
                <a:cs typeface="Helvetica Neue"/>
              </a:defRPr>
            </a:defPPr>
            <a:lvl1pPr>
              <a:defRPr sz="3150" b="1">
                <a:solidFill>
                  <a:srgbClr val="F3F1E7"/>
                </a:solidFill>
                <a:latin typeface="Helvetica Neue"/>
                <a:ea typeface="Helvetica Neue"/>
                <a:cs typeface="Helvetica Neue"/>
              </a:defRPr>
            </a:lvl1pPr>
            <a:lvl2pPr>
              <a:defRPr sz="3150" b="1">
                <a:solidFill>
                  <a:srgbClr val="F3F1E7"/>
                </a:solidFill>
                <a:latin typeface="Helvetica Neue"/>
                <a:ea typeface="Helvetica Neue"/>
                <a:cs typeface="Helvetica Neue"/>
              </a:defRPr>
            </a:lvl2pPr>
            <a:lvl3pPr>
              <a:defRPr sz="3150" b="1">
                <a:solidFill>
                  <a:srgbClr val="F3F1E7"/>
                </a:solidFill>
                <a:latin typeface="Helvetica Neue"/>
                <a:ea typeface="Helvetica Neue"/>
                <a:cs typeface="Helvetica Neue"/>
              </a:defRPr>
            </a:lvl3pPr>
            <a:lvl4pPr>
              <a:defRPr sz="3150" b="1">
                <a:solidFill>
                  <a:srgbClr val="F3F1E7"/>
                </a:solidFill>
                <a:latin typeface="Helvetica Neue"/>
                <a:ea typeface="Helvetica Neue"/>
                <a:cs typeface="Helvetica Neue"/>
              </a:defRPr>
            </a:lvl4pPr>
            <a:lvl5pPr>
              <a:defRPr sz="3150" b="1">
                <a:solidFill>
                  <a:srgbClr val="F3F1E7"/>
                </a:solidFill>
                <a:latin typeface="Helvetica Neue"/>
                <a:ea typeface="Helvetica Neue"/>
                <a:cs typeface="Helvetica Neue"/>
              </a:defRPr>
            </a:lvl5pPr>
            <a:lvl6pPr>
              <a:defRPr sz="3150" b="1">
                <a:solidFill>
                  <a:srgbClr val="F3F1E7"/>
                </a:solidFill>
                <a:latin typeface="Helvetica Neue"/>
                <a:ea typeface="Helvetica Neue"/>
                <a:cs typeface="Helvetica Neue"/>
              </a:defRPr>
            </a:lvl6pPr>
            <a:lvl7pPr>
              <a:defRPr sz="3150" b="1">
                <a:solidFill>
                  <a:srgbClr val="F3F1E7"/>
                </a:solidFill>
                <a:latin typeface="Helvetica Neue"/>
                <a:ea typeface="Helvetica Neue"/>
                <a:cs typeface="Helvetica Neue"/>
              </a:defRPr>
            </a:lvl7pPr>
            <a:lvl8pPr>
              <a:defRPr sz="3150" b="1">
                <a:solidFill>
                  <a:srgbClr val="F3F1E7"/>
                </a:solidFill>
                <a:latin typeface="Helvetica Neue"/>
                <a:ea typeface="Helvetica Neue"/>
                <a:cs typeface="Helvetica Neue"/>
              </a:defRPr>
            </a:lvl8pPr>
            <a:lvl9pPr>
              <a:defRPr sz="3150" b="1">
                <a:solidFill>
                  <a:srgbClr val="F3F1E7"/>
                </a:solidFill>
                <a:latin typeface="Helvetica Neue"/>
                <a:ea typeface="Helvetica Neue"/>
                <a:cs typeface="Helvetica Neue"/>
              </a:defRPr>
            </a:lvl9pPr>
          </a:lstStyle>
          <a:p xmlns:a="http://schemas.openxmlformats.org/drawingml/2006/main">
            <a:pPr>
              <a:defRPr sz="3150" b="1">
                <a:solidFill>
                  <a:srgbClr val="F3F1E7"/>
                </a:solidFill>
                <a:latin typeface="Helvetica Neue"/>
                <a:ea typeface="Helvetica Neue"/>
                <a:cs typeface="Helvetica Neue"/>
              </a:defRPr>
            </a:pPr>
            <a:r>
              <a:rPr sz="3150" b="1">
                <a:solidFill>
                  <a:srgbClr val="F3F1E7"/>
                </a:solidFill>
                <a:latin typeface="Helvetica Neue"/>
                <a:ea typeface="Helvetica Neue"/>
                <a:cs typeface="Helvetica Neue"/>
              </a:rPr>
              <a:t>Development plan and project resources</a:t>
            </a:r>
          </a:p>
        </p:txBody>
      </p:sp>
      <p:sp>
        <p:nvSpPr>
          <p:cNvPr id="2" name="">
            <a:extLst xmlns:a="http://schemas.openxmlformats.org/drawingml/2006/main">
              <a:ext uri="{FF2B5EF4-FFF2-40B4-BE49-F238E27FC236}">
                <a16:creationId xmlns:a16="http://schemas.microsoft.com/office/drawing/2014/main" id="{217F75E1-64DE-4236-B2CC-F1B9A85631E7}"/>
              </a:ext>
            </a:extLst>
          </p:cNvPr>
          <p:cNvSpPr>
            <a:spLocks xmlns:a="http://schemas.openxmlformats.org/drawingml/2006/main" noGrp="1"/>
          </p:cNvSpPr>
          <p:nvPr/>
        </p:nvSpPr>
        <p:spPr>
          <a:xfrm xmlns:a="http://schemas.openxmlformats.org/drawingml/2006/main">
            <a:off x="609600" y="1533525"/>
            <a:ext cx="10972800" cy="19050"/>
          </a:xfrm>
          <a:prstGeom xmlns:a="http://schemas.openxmlformats.org/drawingml/2006/main" prst="rect">
            <a:avLst/>
          </a:prstGeom>
          <a:solidFill xmlns:a="http://schemas.openxmlformats.org/drawingml/2006/main">
            <a:srgbClr val="416255"/>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BB0E9B79-3E14-40AB-9491-23A4461BD013}"/>
              </a:ext>
            </a:extLst>
          </p:cNvPr>
          <p:cNvSpPr>
            <a:spLocks xmlns:a="http://schemas.openxmlformats.org/drawingml/2006/main" noGrp="1"/>
          </p:cNvSpPr>
          <p:nvPr/>
        </p:nvSpPr>
        <p:spPr>
          <a:xfrm xmlns:a="http://schemas.openxmlformats.org/drawingml/2006/main">
            <a:off x="609600" y="6419850"/>
            <a:ext cx="9525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B9DDC9"/>
                </a:solidFill>
                <a:latin typeface="Helvetica Neue"/>
                <a:ea typeface="Helvetica Neue"/>
                <a:cs typeface="Helvetica Neue"/>
              </a:defRPr>
            </a:defPPr>
            <a:lvl1pPr>
              <a:defRPr sz="1050" b="0">
                <a:solidFill>
                  <a:srgbClr val="B9DDC9"/>
                </a:solidFill>
                <a:latin typeface="Helvetica Neue"/>
                <a:ea typeface="Helvetica Neue"/>
                <a:cs typeface="Helvetica Neue"/>
              </a:defRPr>
            </a:lvl1pPr>
            <a:lvl2pPr>
              <a:defRPr sz="1050" b="0">
                <a:solidFill>
                  <a:srgbClr val="B9DDC9"/>
                </a:solidFill>
                <a:latin typeface="Helvetica Neue"/>
                <a:ea typeface="Helvetica Neue"/>
                <a:cs typeface="Helvetica Neue"/>
              </a:defRPr>
            </a:lvl2pPr>
            <a:lvl3pPr>
              <a:defRPr sz="1050" b="0">
                <a:solidFill>
                  <a:srgbClr val="B9DDC9"/>
                </a:solidFill>
                <a:latin typeface="Helvetica Neue"/>
                <a:ea typeface="Helvetica Neue"/>
                <a:cs typeface="Helvetica Neue"/>
              </a:defRPr>
            </a:lvl3pPr>
            <a:lvl4pPr>
              <a:defRPr sz="1050" b="0">
                <a:solidFill>
                  <a:srgbClr val="B9DDC9"/>
                </a:solidFill>
                <a:latin typeface="Helvetica Neue"/>
                <a:ea typeface="Helvetica Neue"/>
                <a:cs typeface="Helvetica Neue"/>
              </a:defRPr>
            </a:lvl4pPr>
            <a:lvl5pPr>
              <a:defRPr sz="1050" b="0">
                <a:solidFill>
                  <a:srgbClr val="B9DDC9"/>
                </a:solidFill>
                <a:latin typeface="Helvetica Neue"/>
                <a:ea typeface="Helvetica Neue"/>
                <a:cs typeface="Helvetica Neue"/>
              </a:defRPr>
            </a:lvl5pPr>
            <a:lvl6pPr>
              <a:defRPr sz="1050" b="0">
                <a:solidFill>
                  <a:srgbClr val="B9DDC9"/>
                </a:solidFill>
                <a:latin typeface="Helvetica Neue"/>
                <a:ea typeface="Helvetica Neue"/>
                <a:cs typeface="Helvetica Neue"/>
              </a:defRPr>
            </a:lvl6pPr>
            <a:lvl7pPr>
              <a:defRPr sz="1050" b="0">
                <a:solidFill>
                  <a:srgbClr val="B9DDC9"/>
                </a:solidFill>
                <a:latin typeface="Helvetica Neue"/>
                <a:ea typeface="Helvetica Neue"/>
                <a:cs typeface="Helvetica Neue"/>
              </a:defRPr>
            </a:lvl7pPr>
            <a:lvl8pPr>
              <a:defRPr sz="1050" b="0">
                <a:solidFill>
                  <a:srgbClr val="B9DDC9"/>
                </a:solidFill>
                <a:latin typeface="Helvetica Neue"/>
                <a:ea typeface="Helvetica Neue"/>
                <a:cs typeface="Helvetica Neue"/>
              </a:defRPr>
            </a:lvl8pPr>
            <a:lvl9pPr>
              <a:defRPr sz="1050" b="0">
                <a:solidFill>
                  <a:srgbClr val="B9DDC9"/>
                </a:solidFill>
                <a:latin typeface="Helvetica Neue"/>
                <a:ea typeface="Helvetica Neue"/>
                <a:cs typeface="Helvetica Neue"/>
              </a:defRPr>
            </a:lvl9pPr>
          </a:lstStyle>
          <a:p xmlns:a="http://schemas.openxmlformats.org/drawingml/2006/main">
            <a:pPr>
              <a:defRPr sz="1050" b="0">
                <a:solidFill>
                  <a:srgbClr val="B9DDC9"/>
                </a:solidFill>
                <a:latin typeface="Helvetica Neue"/>
                <a:ea typeface="Helvetica Neue"/>
                <a:cs typeface="Helvetica Neue"/>
              </a:defRPr>
            </a:pPr>
            <a:r>
              <a:rPr sz="1050" b="0">
                <a:solidFill>
                  <a:srgbClr val="B9DDC9"/>
                </a:solidFill>
                <a:latin typeface="Helvetica Neue"/>
                <a:ea typeface="Helvetica Neue"/>
                <a:cs typeface="Helvetica Neue"/>
              </a:rPr>
              <a:t>STAGE I / PROJECT PLAN</a:t>
            </a:r>
          </a:p>
        </p:txBody>
      </p:sp>
      <p:sp>
        <p:nvSpPr>
          <p:cNvPr id="4" name="">
            <a:extLst xmlns:a="http://schemas.openxmlformats.org/drawingml/2006/main">
              <a:ext uri="{FF2B5EF4-FFF2-40B4-BE49-F238E27FC236}">
                <a16:creationId xmlns:a16="http://schemas.microsoft.com/office/drawing/2014/main" id="{4E50409F-81D7-4454-B98E-F58B80CC70C2}"/>
              </a:ext>
            </a:extLst>
          </p:cNvPr>
          <p:cNvSpPr>
            <a:spLocks xmlns:a="http://schemas.openxmlformats.org/drawingml/2006/main" noGrp="1"/>
          </p:cNvSpPr>
          <p:nvPr/>
        </p:nvSpPr>
        <p:spPr>
          <a:xfrm xmlns:a="http://schemas.openxmlformats.org/drawingml/2006/main">
            <a:off x="11106150" y="6419850"/>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B9DDC9"/>
                </a:solidFill>
                <a:latin typeface="Helvetica Neue"/>
                <a:ea typeface="Helvetica Neue"/>
                <a:cs typeface="Helvetica Neue"/>
              </a:defRPr>
            </a:defPPr>
            <a:lvl1pPr>
              <a:defRPr sz="1050" b="0">
                <a:solidFill>
                  <a:srgbClr val="B9DDC9"/>
                </a:solidFill>
                <a:latin typeface="Helvetica Neue"/>
                <a:ea typeface="Helvetica Neue"/>
                <a:cs typeface="Helvetica Neue"/>
              </a:defRPr>
            </a:lvl1pPr>
            <a:lvl2pPr>
              <a:defRPr sz="1050" b="0">
                <a:solidFill>
                  <a:srgbClr val="B9DDC9"/>
                </a:solidFill>
                <a:latin typeface="Helvetica Neue"/>
                <a:ea typeface="Helvetica Neue"/>
                <a:cs typeface="Helvetica Neue"/>
              </a:defRPr>
            </a:lvl2pPr>
            <a:lvl3pPr>
              <a:defRPr sz="1050" b="0">
                <a:solidFill>
                  <a:srgbClr val="B9DDC9"/>
                </a:solidFill>
                <a:latin typeface="Helvetica Neue"/>
                <a:ea typeface="Helvetica Neue"/>
                <a:cs typeface="Helvetica Neue"/>
              </a:defRPr>
            </a:lvl3pPr>
            <a:lvl4pPr>
              <a:defRPr sz="1050" b="0">
                <a:solidFill>
                  <a:srgbClr val="B9DDC9"/>
                </a:solidFill>
                <a:latin typeface="Helvetica Neue"/>
                <a:ea typeface="Helvetica Neue"/>
                <a:cs typeface="Helvetica Neue"/>
              </a:defRPr>
            </a:lvl4pPr>
            <a:lvl5pPr>
              <a:defRPr sz="1050" b="0">
                <a:solidFill>
                  <a:srgbClr val="B9DDC9"/>
                </a:solidFill>
                <a:latin typeface="Helvetica Neue"/>
                <a:ea typeface="Helvetica Neue"/>
                <a:cs typeface="Helvetica Neue"/>
              </a:defRPr>
            </a:lvl5pPr>
            <a:lvl6pPr>
              <a:defRPr sz="1050" b="0">
                <a:solidFill>
                  <a:srgbClr val="B9DDC9"/>
                </a:solidFill>
                <a:latin typeface="Helvetica Neue"/>
                <a:ea typeface="Helvetica Neue"/>
                <a:cs typeface="Helvetica Neue"/>
              </a:defRPr>
            </a:lvl6pPr>
            <a:lvl7pPr>
              <a:defRPr sz="1050" b="0">
                <a:solidFill>
                  <a:srgbClr val="B9DDC9"/>
                </a:solidFill>
                <a:latin typeface="Helvetica Neue"/>
                <a:ea typeface="Helvetica Neue"/>
                <a:cs typeface="Helvetica Neue"/>
              </a:defRPr>
            </a:lvl7pPr>
            <a:lvl8pPr>
              <a:defRPr sz="1050" b="0">
                <a:solidFill>
                  <a:srgbClr val="B9DDC9"/>
                </a:solidFill>
                <a:latin typeface="Helvetica Neue"/>
                <a:ea typeface="Helvetica Neue"/>
                <a:cs typeface="Helvetica Neue"/>
              </a:defRPr>
            </a:lvl8pPr>
            <a:lvl9pPr>
              <a:defRPr sz="1050" b="0">
                <a:solidFill>
                  <a:srgbClr val="B9DDC9"/>
                </a:solidFill>
                <a:latin typeface="Helvetica Neue"/>
                <a:ea typeface="Helvetica Neue"/>
                <a:cs typeface="Helvetica Neue"/>
              </a:defRPr>
            </a:lvl9pPr>
          </a:lstStyle>
          <a:p xmlns:a="http://schemas.openxmlformats.org/drawingml/2006/main">
            <a:pPr>
              <a:defRPr sz="1050" b="0">
                <a:solidFill>
                  <a:srgbClr val="B9DDC9"/>
                </a:solidFill>
                <a:latin typeface="Helvetica Neue"/>
                <a:ea typeface="Helvetica Neue"/>
                <a:cs typeface="Helvetica Neue"/>
              </a:defRPr>
            </a:pPr>
            <a:r>
              <a:rPr sz="1050" b="0">
                <a:solidFill>
                  <a:srgbClr val="B9DDC9"/>
                </a:solidFill>
                <a:latin typeface="Helvetica Neue"/>
                <a:ea typeface="Helvetica Neue"/>
                <a:cs typeface="Helvetica Neue"/>
              </a:rPr>
              <a:t>14</a:t>
            </a:r>
          </a:p>
        </p:txBody>
      </p:sp>
      <p:sp>
        <p:nvSpPr>
          <p:cNvPr id="5" name="">
            <a:extLst xmlns:a="http://schemas.openxmlformats.org/drawingml/2006/main">
              <a:ext uri="{FF2B5EF4-FFF2-40B4-BE49-F238E27FC236}">
                <a16:creationId xmlns:a16="http://schemas.microsoft.com/office/drawing/2014/main" id="{45E450E9-BF88-4994-8223-E6F9A07FC5B8}"/>
              </a:ext>
            </a:extLst>
          </p:cNvPr>
          <p:cNvSpPr>
            <a:spLocks xmlns:a="http://schemas.openxmlformats.org/drawingml/2006/main" noGrp="1"/>
          </p:cNvSpPr>
          <p:nvPr/>
        </p:nvSpPr>
        <p:spPr>
          <a:xfrm xmlns:a="http://schemas.openxmlformats.org/drawingml/2006/main">
            <a:off x="609600" y="2047875"/>
            <a:ext cx="44767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325" b="1">
                <a:solidFill>
                  <a:srgbClr val="D6AE61"/>
                </a:solidFill>
                <a:latin typeface="Helvetica Neue"/>
                <a:ea typeface="Helvetica Neue"/>
                <a:cs typeface="Helvetica Neue"/>
              </a:defRPr>
            </a:defPPr>
            <a:lvl1pPr>
              <a:defRPr sz="2325" b="1">
                <a:solidFill>
                  <a:srgbClr val="D6AE61"/>
                </a:solidFill>
                <a:latin typeface="Helvetica Neue"/>
                <a:ea typeface="Helvetica Neue"/>
                <a:cs typeface="Helvetica Neue"/>
              </a:defRPr>
            </a:lvl1pPr>
            <a:lvl2pPr>
              <a:defRPr sz="2325" b="1">
                <a:solidFill>
                  <a:srgbClr val="D6AE61"/>
                </a:solidFill>
                <a:latin typeface="Helvetica Neue"/>
                <a:ea typeface="Helvetica Neue"/>
                <a:cs typeface="Helvetica Neue"/>
              </a:defRPr>
            </a:lvl2pPr>
            <a:lvl3pPr>
              <a:defRPr sz="2325" b="1">
                <a:solidFill>
                  <a:srgbClr val="D6AE61"/>
                </a:solidFill>
                <a:latin typeface="Helvetica Neue"/>
                <a:ea typeface="Helvetica Neue"/>
                <a:cs typeface="Helvetica Neue"/>
              </a:defRPr>
            </a:lvl3pPr>
            <a:lvl4pPr>
              <a:defRPr sz="2325" b="1">
                <a:solidFill>
                  <a:srgbClr val="D6AE61"/>
                </a:solidFill>
                <a:latin typeface="Helvetica Neue"/>
                <a:ea typeface="Helvetica Neue"/>
                <a:cs typeface="Helvetica Neue"/>
              </a:defRPr>
            </a:lvl4pPr>
            <a:lvl5pPr>
              <a:defRPr sz="2325" b="1">
                <a:solidFill>
                  <a:srgbClr val="D6AE61"/>
                </a:solidFill>
                <a:latin typeface="Helvetica Neue"/>
                <a:ea typeface="Helvetica Neue"/>
                <a:cs typeface="Helvetica Neue"/>
              </a:defRPr>
            </a:lvl5pPr>
            <a:lvl6pPr>
              <a:defRPr sz="2325" b="1">
                <a:solidFill>
                  <a:srgbClr val="D6AE61"/>
                </a:solidFill>
                <a:latin typeface="Helvetica Neue"/>
                <a:ea typeface="Helvetica Neue"/>
                <a:cs typeface="Helvetica Neue"/>
              </a:defRPr>
            </a:lvl6pPr>
            <a:lvl7pPr>
              <a:defRPr sz="2325" b="1">
                <a:solidFill>
                  <a:srgbClr val="D6AE61"/>
                </a:solidFill>
                <a:latin typeface="Helvetica Neue"/>
                <a:ea typeface="Helvetica Neue"/>
                <a:cs typeface="Helvetica Neue"/>
              </a:defRPr>
            </a:lvl7pPr>
            <a:lvl8pPr>
              <a:defRPr sz="2325" b="1">
                <a:solidFill>
                  <a:srgbClr val="D6AE61"/>
                </a:solidFill>
                <a:latin typeface="Helvetica Neue"/>
                <a:ea typeface="Helvetica Neue"/>
                <a:cs typeface="Helvetica Neue"/>
              </a:defRPr>
            </a:lvl8pPr>
            <a:lvl9pPr>
              <a:defRPr sz="2325" b="1">
                <a:solidFill>
                  <a:srgbClr val="D6AE61"/>
                </a:solidFill>
                <a:latin typeface="Helvetica Neue"/>
                <a:ea typeface="Helvetica Neue"/>
                <a:cs typeface="Helvetica Neue"/>
              </a:defRPr>
            </a:lvl9pPr>
          </a:lstStyle>
          <a:p xmlns:a="http://schemas.openxmlformats.org/drawingml/2006/main">
            <a:pPr>
              <a:defRPr sz="2325" b="1">
                <a:solidFill>
                  <a:srgbClr val="D6AE61"/>
                </a:solidFill>
                <a:latin typeface="Helvetica Neue"/>
                <a:ea typeface="Helvetica Neue"/>
                <a:cs typeface="Helvetica Neue"/>
              </a:defRPr>
            </a:pPr>
            <a:r>
              <a:rPr sz="2325" b="1">
                <a:solidFill>
                  <a:srgbClr val="D6AE61"/>
                </a:solidFill>
                <a:latin typeface="Helvetica Neue"/>
                <a:ea typeface="Helvetica Neue"/>
                <a:cs typeface="Helvetica Neue"/>
              </a:rPr>
              <a:t>Project materials</a:t>
            </a:r>
          </a:p>
        </p:txBody>
      </p:sp>
      <p:sp>
        <p:nvSpPr>
          <p:cNvPr id="6" name="">
            <a:extLst xmlns:a="http://schemas.openxmlformats.org/drawingml/2006/main">
              <a:ext uri="{FF2B5EF4-FFF2-40B4-BE49-F238E27FC236}">
                <a16:creationId xmlns:a16="http://schemas.microsoft.com/office/drawing/2014/main" id="{017B40DA-1CF4-4759-9C88-4E2B1A2B1ACA}"/>
              </a:ext>
            </a:extLst>
          </p:cNvPr>
          <p:cNvSpPr>
            <a:spLocks xmlns:a="http://schemas.openxmlformats.org/drawingml/2006/main" noGrp="1"/>
          </p:cNvSpPr>
          <p:nvPr/>
        </p:nvSpPr>
        <p:spPr>
          <a:xfrm xmlns:a="http://schemas.openxmlformats.org/drawingml/2006/main">
            <a:off x="609600" y="2733675"/>
            <a:ext cx="5143500" cy="2143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100" b="0">
                <a:solidFill>
                  <a:srgbClr val="F3F1E7"/>
                </a:solidFill>
                <a:latin typeface="Helvetica Neue"/>
                <a:ea typeface="Helvetica Neue"/>
                <a:cs typeface="Helvetica Neue"/>
              </a:defRPr>
            </a:defPPr>
            <a:lvl1pPr>
              <a:defRPr sz="2100" b="0">
                <a:solidFill>
                  <a:srgbClr val="F3F1E7"/>
                </a:solidFill>
                <a:latin typeface="Helvetica Neue"/>
                <a:ea typeface="Helvetica Neue"/>
                <a:cs typeface="Helvetica Neue"/>
              </a:defRPr>
            </a:lvl1pPr>
            <a:lvl2pPr>
              <a:defRPr sz="2100" b="0">
                <a:solidFill>
                  <a:srgbClr val="F3F1E7"/>
                </a:solidFill>
                <a:latin typeface="Helvetica Neue"/>
                <a:ea typeface="Helvetica Neue"/>
                <a:cs typeface="Helvetica Neue"/>
              </a:defRPr>
            </a:lvl2pPr>
            <a:lvl3pPr>
              <a:defRPr sz="2100" b="0">
                <a:solidFill>
                  <a:srgbClr val="F3F1E7"/>
                </a:solidFill>
                <a:latin typeface="Helvetica Neue"/>
                <a:ea typeface="Helvetica Neue"/>
                <a:cs typeface="Helvetica Neue"/>
              </a:defRPr>
            </a:lvl3pPr>
            <a:lvl4pPr>
              <a:defRPr sz="2100" b="0">
                <a:solidFill>
                  <a:srgbClr val="F3F1E7"/>
                </a:solidFill>
                <a:latin typeface="Helvetica Neue"/>
                <a:ea typeface="Helvetica Neue"/>
                <a:cs typeface="Helvetica Neue"/>
              </a:defRPr>
            </a:lvl4pPr>
            <a:lvl5pPr>
              <a:defRPr sz="2100" b="0">
                <a:solidFill>
                  <a:srgbClr val="F3F1E7"/>
                </a:solidFill>
                <a:latin typeface="Helvetica Neue"/>
                <a:ea typeface="Helvetica Neue"/>
                <a:cs typeface="Helvetica Neue"/>
              </a:defRPr>
            </a:lvl5pPr>
            <a:lvl6pPr>
              <a:defRPr sz="2100" b="0">
                <a:solidFill>
                  <a:srgbClr val="F3F1E7"/>
                </a:solidFill>
                <a:latin typeface="Helvetica Neue"/>
                <a:ea typeface="Helvetica Neue"/>
                <a:cs typeface="Helvetica Neue"/>
              </a:defRPr>
            </a:lvl6pPr>
            <a:lvl7pPr>
              <a:defRPr sz="2100" b="0">
                <a:solidFill>
                  <a:srgbClr val="F3F1E7"/>
                </a:solidFill>
                <a:latin typeface="Helvetica Neue"/>
                <a:ea typeface="Helvetica Neue"/>
                <a:cs typeface="Helvetica Neue"/>
              </a:defRPr>
            </a:lvl7pPr>
            <a:lvl8pPr>
              <a:defRPr sz="2100" b="0">
                <a:solidFill>
                  <a:srgbClr val="F3F1E7"/>
                </a:solidFill>
                <a:latin typeface="Helvetica Neue"/>
                <a:ea typeface="Helvetica Neue"/>
                <a:cs typeface="Helvetica Neue"/>
              </a:defRPr>
            </a:lvl8pPr>
            <a:lvl9pPr>
              <a:defRPr sz="2100" b="0">
                <a:solidFill>
                  <a:srgbClr val="F3F1E7"/>
                </a:solidFill>
                <a:latin typeface="Helvetica Neue"/>
                <a:ea typeface="Helvetica Neue"/>
                <a:cs typeface="Helvetica Neue"/>
              </a:defRPr>
            </a:lvl9pPr>
          </a:lstStyle>
          <a:p xmlns:a="http://schemas.openxmlformats.org/drawingml/2006/main">
            <a:pPr>
              <a:defRPr sz="2100" b="0">
                <a:solidFill>
                  <a:srgbClr val="F3F1E7"/>
                </a:solidFill>
                <a:latin typeface="Helvetica Neue"/>
                <a:ea typeface="Helvetica Neue"/>
                <a:cs typeface="Helvetica Neue"/>
              </a:defRPr>
            </a:pPr>
            <a:r>
              <a:rPr sz="2100" b="0">
                <a:solidFill>
                  <a:srgbClr val="F3F1E7"/>
                </a:solidFill>
                <a:latin typeface="Helvetica Neue"/>
                <a:ea typeface="Helvetica Neue"/>
                <a:cs typeface="Helvetica Neue"/>
              </a:rPr>
              <a:t>World-rule and interface plans</a:t>
            </a:r>
          </a:p>
          <a:p xmlns:a="http://schemas.openxmlformats.org/drawingml/2006/main">
            <a:pPr>
              <a:defRPr sz="2100" b="0">
                <a:solidFill>
                  <a:srgbClr val="F3F1E7"/>
                </a:solidFill>
                <a:latin typeface="Helvetica Neue"/>
                <a:ea typeface="Helvetica Neue"/>
                <a:cs typeface="Helvetica Neue"/>
              </a:defRPr>
            </a:pPr>
            <a:r>
              <a:rPr sz="2100" b="0">
                <a:solidFill>
                  <a:srgbClr val="F3F1E7"/>
                </a:solidFill>
                <a:latin typeface="Helvetica Neue"/>
                <a:ea typeface="Helvetica Neue"/>
                <a:cs typeface="Helvetica Neue"/>
              </a:rPr>
              <a:t>Scenario and data examples</a:t>
            </a:r>
          </a:p>
          <a:p xmlns:a="http://schemas.openxmlformats.org/drawingml/2006/main">
            <a:pPr>
              <a:defRPr sz="2100" b="0">
                <a:solidFill>
                  <a:srgbClr val="F3F1E7"/>
                </a:solidFill>
                <a:latin typeface="Helvetica Neue"/>
                <a:ea typeface="Helvetica Neue"/>
                <a:cs typeface="Helvetica Neue"/>
              </a:defRPr>
            </a:pPr>
            <a:r>
              <a:rPr sz="2100" b="0">
                <a:solidFill>
                  <a:srgbClr val="F3F1E7"/>
                </a:solidFill>
                <a:latin typeface="Helvetica Neue"/>
                <a:ea typeface="Helvetica Neue"/>
                <a:cs typeface="Helvetica Neue"/>
              </a:rPr>
              <a:t>English proposal and storyboard</a:t>
            </a:r>
          </a:p>
          <a:p xmlns:a="http://schemas.openxmlformats.org/drawingml/2006/main">
            <a:pPr>
              <a:defRPr sz="2100" b="0">
                <a:solidFill>
                  <a:srgbClr val="F3F1E7"/>
                </a:solidFill>
                <a:latin typeface="Helvetica Neue"/>
                <a:ea typeface="Helvetica Neue"/>
                <a:cs typeface="Helvetica Neue"/>
              </a:defRPr>
            </a:pPr>
            <a:r>
              <a:rPr sz="2100" b="0">
                <a:solidFill>
                  <a:srgbClr val="F3F1E7"/>
                </a:solidFill>
                <a:latin typeface="Helvetica Neue"/>
                <a:ea typeface="Helvetica Neue"/>
                <a:cs typeface="Helvetica Neue"/>
              </a:rPr>
              <a:t>Source and reference register</a:t>
            </a:r>
          </a:p>
        </p:txBody>
      </p:sp>
      <p:sp>
        <p:nvSpPr>
          <p:cNvPr id="7" name="">
            <a:extLst xmlns:a="http://schemas.openxmlformats.org/drawingml/2006/main">
              <a:ext uri="{FF2B5EF4-FFF2-40B4-BE49-F238E27FC236}">
                <a16:creationId xmlns:a16="http://schemas.microsoft.com/office/drawing/2014/main" id="{862947EE-C49F-46EA-B1E6-89E9C5156146}"/>
              </a:ext>
            </a:extLst>
          </p:cNvPr>
          <p:cNvSpPr>
            <a:spLocks xmlns:a="http://schemas.openxmlformats.org/drawingml/2006/main" noGrp="1"/>
          </p:cNvSpPr>
          <p:nvPr/>
        </p:nvSpPr>
        <p:spPr>
          <a:xfrm xmlns:a="http://schemas.openxmlformats.org/drawingml/2006/main">
            <a:off x="6553200" y="2047875"/>
            <a:ext cx="4762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325" b="1">
                <a:solidFill>
                  <a:srgbClr val="D6AE61"/>
                </a:solidFill>
                <a:latin typeface="Helvetica Neue"/>
                <a:ea typeface="Helvetica Neue"/>
                <a:cs typeface="Helvetica Neue"/>
              </a:defRPr>
            </a:defPPr>
            <a:lvl1pPr>
              <a:defRPr sz="2325" b="1">
                <a:solidFill>
                  <a:srgbClr val="D6AE61"/>
                </a:solidFill>
                <a:latin typeface="Helvetica Neue"/>
                <a:ea typeface="Helvetica Neue"/>
                <a:cs typeface="Helvetica Neue"/>
              </a:defRPr>
            </a:lvl1pPr>
            <a:lvl2pPr>
              <a:defRPr sz="2325" b="1">
                <a:solidFill>
                  <a:srgbClr val="D6AE61"/>
                </a:solidFill>
                <a:latin typeface="Helvetica Neue"/>
                <a:ea typeface="Helvetica Neue"/>
                <a:cs typeface="Helvetica Neue"/>
              </a:defRPr>
            </a:lvl2pPr>
            <a:lvl3pPr>
              <a:defRPr sz="2325" b="1">
                <a:solidFill>
                  <a:srgbClr val="D6AE61"/>
                </a:solidFill>
                <a:latin typeface="Helvetica Neue"/>
                <a:ea typeface="Helvetica Neue"/>
                <a:cs typeface="Helvetica Neue"/>
              </a:defRPr>
            </a:lvl3pPr>
            <a:lvl4pPr>
              <a:defRPr sz="2325" b="1">
                <a:solidFill>
                  <a:srgbClr val="D6AE61"/>
                </a:solidFill>
                <a:latin typeface="Helvetica Neue"/>
                <a:ea typeface="Helvetica Neue"/>
                <a:cs typeface="Helvetica Neue"/>
              </a:defRPr>
            </a:lvl4pPr>
            <a:lvl5pPr>
              <a:defRPr sz="2325" b="1">
                <a:solidFill>
                  <a:srgbClr val="D6AE61"/>
                </a:solidFill>
                <a:latin typeface="Helvetica Neue"/>
                <a:ea typeface="Helvetica Neue"/>
                <a:cs typeface="Helvetica Neue"/>
              </a:defRPr>
            </a:lvl5pPr>
            <a:lvl6pPr>
              <a:defRPr sz="2325" b="1">
                <a:solidFill>
                  <a:srgbClr val="D6AE61"/>
                </a:solidFill>
                <a:latin typeface="Helvetica Neue"/>
                <a:ea typeface="Helvetica Neue"/>
                <a:cs typeface="Helvetica Neue"/>
              </a:defRPr>
            </a:lvl6pPr>
            <a:lvl7pPr>
              <a:defRPr sz="2325" b="1">
                <a:solidFill>
                  <a:srgbClr val="D6AE61"/>
                </a:solidFill>
                <a:latin typeface="Helvetica Neue"/>
                <a:ea typeface="Helvetica Neue"/>
                <a:cs typeface="Helvetica Neue"/>
              </a:defRPr>
            </a:lvl7pPr>
            <a:lvl8pPr>
              <a:defRPr sz="2325" b="1">
                <a:solidFill>
                  <a:srgbClr val="D6AE61"/>
                </a:solidFill>
                <a:latin typeface="Helvetica Neue"/>
                <a:ea typeface="Helvetica Neue"/>
                <a:cs typeface="Helvetica Neue"/>
              </a:defRPr>
            </a:lvl8pPr>
            <a:lvl9pPr>
              <a:defRPr sz="2325" b="1">
                <a:solidFill>
                  <a:srgbClr val="D6AE61"/>
                </a:solidFill>
                <a:latin typeface="Helvetica Neue"/>
                <a:ea typeface="Helvetica Neue"/>
                <a:cs typeface="Helvetica Neue"/>
              </a:defRPr>
            </a:lvl9pPr>
          </a:lstStyle>
          <a:p xmlns:a="http://schemas.openxmlformats.org/drawingml/2006/main">
            <a:pPr>
              <a:defRPr sz="2325" b="1">
                <a:solidFill>
                  <a:srgbClr val="D6AE61"/>
                </a:solidFill>
                <a:latin typeface="Helvetica Neue"/>
                <a:ea typeface="Helvetica Neue"/>
                <a:cs typeface="Helvetica Neue"/>
              </a:defRPr>
            </a:pPr>
            <a:r>
              <a:rPr sz="2325" b="1">
                <a:solidFill>
                  <a:srgbClr val="D6AE61"/>
                </a:solidFill>
                <a:latin typeface="Helvetica Neue"/>
                <a:ea typeface="Helvetica Neue"/>
                <a:cs typeface="Helvetica Neue"/>
              </a:rPr>
              <a:t>Next development steps</a:t>
            </a:r>
          </a:p>
        </p:txBody>
      </p:sp>
      <p:sp>
        <p:nvSpPr>
          <p:cNvPr id="8" name="">
            <a:extLst xmlns:a="http://schemas.openxmlformats.org/drawingml/2006/main">
              <a:ext uri="{FF2B5EF4-FFF2-40B4-BE49-F238E27FC236}">
                <a16:creationId xmlns:a16="http://schemas.microsoft.com/office/drawing/2014/main" id="{06FF9DE1-8935-4E08-93AC-DAA95BCCE0F5}"/>
              </a:ext>
            </a:extLst>
          </p:cNvPr>
          <p:cNvSpPr>
            <a:spLocks xmlns:a="http://schemas.openxmlformats.org/drawingml/2006/main" noGrp="1"/>
          </p:cNvSpPr>
          <p:nvPr/>
        </p:nvSpPr>
        <p:spPr>
          <a:xfrm xmlns:a="http://schemas.openxmlformats.org/drawingml/2006/main">
            <a:off x="6553200" y="2733675"/>
            <a:ext cx="4953000" cy="2143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100" b="0">
                <a:solidFill>
                  <a:srgbClr val="F3F1E7"/>
                </a:solidFill>
                <a:latin typeface="Helvetica Neue"/>
                <a:ea typeface="Helvetica Neue"/>
                <a:cs typeface="Helvetica Neue"/>
              </a:defRPr>
            </a:defPPr>
            <a:lvl1pPr>
              <a:defRPr sz="2100" b="0">
                <a:solidFill>
                  <a:srgbClr val="F3F1E7"/>
                </a:solidFill>
                <a:latin typeface="Helvetica Neue"/>
                <a:ea typeface="Helvetica Neue"/>
                <a:cs typeface="Helvetica Neue"/>
              </a:defRPr>
            </a:lvl1pPr>
            <a:lvl2pPr>
              <a:defRPr sz="2100" b="0">
                <a:solidFill>
                  <a:srgbClr val="F3F1E7"/>
                </a:solidFill>
                <a:latin typeface="Helvetica Neue"/>
                <a:ea typeface="Helvetica Neue"/>
                <a:cs typeface="Helvetica Neue"/>
              </a:defRPr>
            </a:lvl2pPr>
            <a:lvl3pPr>
              <a:defRPr sz="2100" b="0">
                <a:solidFill>
                  <a:srgbClr val="F3F1E7"/>
                </a:solidFill>
                <a:latin typeface="Helvetica Neue"/>
                <a:ea typeface="Helvetica Neue"/>
                <a:cs typeface="Helvetica Neue"/>
              </a:defRPr>
            </a:lvl3pPr>
            <a:lvl4pPr>
              <a:defRPr sz="2100" b="0">
                <a:solidFill>
                  <a:srgbClr val="F3F1E7"/>
                </a:solidFill>
                <a:latin typeface="Helvetica Neue"/>
                <a:ea typeface="Helvetica Neue"/>
                <a:cs typeface="Helvetica Neue"/>
              </a:defRPr>
            </a:lvl4pPr>
            <a:lvl5pPr>
              <a:defRPr sz="2100" b="0">
                <a:solidFill>
                  <a:srgbClr val="F3F1E7"/>
                </a:solidFill>
                <a:latin typeface="Helvetica Neue"/>
                <a:ea typeface="Helvetica Neue"/>
                <a:cs typeface="Helvetica Neue"/>
              </a:defRPr>
            </a:lvl5pPr>
            <a:lvl6pPr>
              <a:defRPr sz="2100" b="0">
                <a:solidFill>
                  <a:srgbClr val="F3F1E7"/>
                </a:solidFill>
                <a:latin typeface="Helvetica Neue"/>
                <a:ea typeface="Helvetica Neue"/>
                <a:cs typeface="Helvetica Neue"/>
              </a:defRPr>
            </a:lvl6pPr>
            <a:lvl7pPr>
              <a:defRPr sz="2100" b="0">
                <a:solidFill>
                  <a:srgbClr val="F3F1E7"/>
                </a:solidFill>
                <a:latin typeface="Helvetica Neue"/>
                <a:ea typeface="Helvetica Neue"/>
                <a:cs typeface="Helvetica Neue"/>
              </a:defRPr>
            </a:lvl7pPr>
            <a:lvl8pPr>
              <a:defRPr sz="2100" b="0">
                <a:solidFill>
                  <a:srgbClr val="F3F1E7"/>
                </a:solidFill>
                <a:latin typeface="Helvetica Neue"/>
                <a:ea typeface="Helvetica Neue"/>
                <a:cs typeface="Helvetica Neue"/>
              </a:defRPr>
            </a:lvl8pPr>
            <a:lvl9pPr>
              <a:defRPr sz="2100" b="0">
                <a:solidFill>
                  <a:srgbClr val="F3F1E7"/>
                </a:solidFill>
                <a:latin typeface="Helvetica Neue"/>
                <a:ea typeface="Helvetica Neue"/>
                <a:cs typeface="Helvetica Neue"/>
              </a:defRPr>
            </a:lvl9pPr>
          </a:lstStyle>
          <a:p xmlns:a="http://schemas.openxmlformats.org/drawingml/2006/main">
            <a:pPr>
              <a:defRPr sz="2100" b="0">
                <a:solidFill>
                  <a:srgbClr val="F3F1E7"/>
                </a:solidFill>
                <a:latin typeface="Helvetica Neue"/>
                <a:ea typeface="Helvetica Neue"/>
                <a:cs typeface="Helvetica Neue"/>
              </a:defRPr>
            </a:pPr>
            <a:r>
              <a:rPr sz="2100" b="0">
                <a:solidFill>
                  <a:srgbClr val="F3F1E7"/>
                </a:solidFill>
                <a:latin typeface="Helvetica Neue"/>
                <a:ea typeface="Helvetica Neue"/>
                <a:cs typeface="Helvetica Neue"/>
              </a:rPr>
              <a:t>One domain and reference set</a:t>
            </a:r>
          </a:p>
          <a:p xmlns:a="http://schemas.openxmlformats.org/drawingml/2006/main">
            <a:pPr>
              <a:defRPr sz="2100" b="0">
                <a:solidFill>
                  <a:srgbClr val="F3F1E7"/>
                </a:solidFill>
                <a:latin typeface="Helvetica Neue"/>
                <a:ea typeface="Helvetica Neue"/>
                <a:cs typeface="Helvetica Neue"/>
              </a:defRPr>
            </a:pPr>
            <a:r>
              <a:rPr sz="2100" b="0">
                <a:solidFill>
                  <a:srgbClr val="F3F1E7"/>
                </a:solidFill>
                <a:latin typeface="Helvetica Neue"/>
                <a:ea typeface="Helvetica Neue"/>
                <a:cs typeface="Helvetica Neue"/>
              </a:rPr>
              <a:t>UGen300 context planning</a:t>
            </a:r>
          </a:p>
          <a:p xmlns:a="http://schemas.openxmlformats.org/drawingml/2006/main">
            <a:pPr>
              <a:defRPr sz="2100" b="0">
                <a:solidFill>
                  <a:srgbClr val="F3F1E7"/>
                </a:solidFill>
                <a:latin typeface="Helvetica Neue"/>
                <a:ea typeface="Helvetica Neue"/>
                <a:cs typeface="Helvetica Neue"/>
              </a:defRPr>
            </a:pPr>
            <a:r>
              <a:rPr sz="2100" b="0">
                <a:solidFill>
                  <a:srgbClr val="F3F1E7"/>
                </a:solidFill>
                <a:latin typeface="Helvetica Neue"/>
                <a:ea typeface="Helvetica Neue"/>
                <a:cs typeface="Helvetica Neue"/>
              </a:rPr>
              <a:t>Video-service integration</a:t>
            </a:r>
          </a:p>
          <a:p xmlns:a="http://schemas.openxmlformats.org/drawingml/2006/main">
            <a:pPr>
              <a:defRPr sz="2100" b="0">
                <a:solidFill>
                  <a:srgbClr val="F3F1E7"/>
                </a:solidFill>
                <a:latin typeface="Helvetica Neue"/>
                <a:ea typeface="Helvetica Neue"/>
                <a:cs typeface="Helvetica Neue"/>
              </a:defRPr>
            </a:pPr>
            <a:r>
              <a:rPr sz="2100" b="0">
                <a:solidFill>
                  <a:srgbClr val="F3F1E7"/>
                </a:solidFill>
                <a:latin typeface="Helvetica Neue"/>
                <a:ea typeface="Helvetica Neue"/>
                <a:cs typeface="Helvetica Neue"/>
              </a:rPr>
              <a:t>Embeddable website component</a:t>
            </a:r>
          </a:p>
        </p:txBody>
      </p:sp>
      <p:sp>
        <p:nvSpPr>
          <p:cNvPr id="9" name="">
            <a:extLst xmlns:a="http://schemas.openxmlformats.org/drawingml/2006/main">
              <a:ext uri="{FF2B5EF4-FFF2-40B4-BE49-F238E27FC236}">
                <a16:creationId xmlns:a16="http://schemas.microsoft.com/office/drawing/2014/main" id="{E07DEA89-F810-42DE-BB94-8F3C607FA5BA}"/>
              </a:ext>
            </a:extLst>
          </p:cNvPr>
          <p:cNvSpPr>
            <a:spLocks xmlns:a="http://schemas.openxmlformats.org/drawingml/2006/main" noGrp="1"/>
          </p:cNvSpPr>
          <p:nvPr/>
        </p:nvSpPr>
        <p:spPr>
          <a:xfrm xmlns:a="http://schemas.openxmlformats.org/drawingml/2006/main">
            <a:off x="609600" y="5314950"/>
            <a:ext cx="10953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0">
                <a:solidFill>
                  <a:srgbClr val="B9DDC9"/>
                </a:solidFill>
                <a:latin typeface="Helvetica Neue"/>
                <a:ea typeface="Helvetica Neue"/>
                <a:cs typeface="Helvetica Neue"/>
              </a:defRPr>
            </a:defPPr>
            <a:lvl1pPr>
              <a:defRPr sz="1575" b="0">
                <a:solidFill>
                  <a:srgbClr val="B9DDC9"/>
                </a:solidFill>
                <a:latin typeface="Helvetica Neue"/>
                <a:ea typeface="Helvetica Neue"/>
                <a:cs typeface="Helvetica Neue"/>
              </a:defRPr>
            </a:lvl1pPr>
            <a:lvl2pPr>
              <a:defRPr sz="1575" b="0">
                <a:solidFill>
                  <a:srgbClr val="B9DDC9"/>
                </a:solidFill>
                <a:latin typeface="Helvetica Neue"/>
                <a:ea typeface="Helvetica Neue"/>
                <a:cs typeface="Helvetica Neue"/>
              </a:defRPr>
            </a:lvl2pPr>
            <a:lvl3pPr>
              <a:defRPr sz="1575" b="0">
                <a:solidFill>
                  <a:srgbClr val="B9DDC9"/>
                </a:solidFill>
                <a:latin typeface="Helvetica Neue"/>
                <a:ea typeface="Helvetica Neue"/>
                <a:cs typeface="Helvetica Neue"/>
              </a:defRPr>
            </a:lvl3pPr>
            <a:lvl4pPr>
              <a:defRPr sz="1575" b="0">
                <a:solidFill>
                  <a:srgbClr val="B9DDC9"/>
                </a:solidFill>
                <a:latin typeface="Helvetica Neue"/>
                <a:ea typeface="Helvetica Neue"/>
                <a:cs typeface="Helvetica Neue"/>
              </a:defRPr>
            </a:lvl4pPr>
            <a:lvl5pPr>
              <a:defRPr sz="1575" b="0">
                <a:solidFill>
                  <a:srgbClr val="B9DDC9"/>
                </a:solidFill>
                <a:latin typeface="Helvetica Neue"/>
                <a:ea typeface="Helvetica Neue"/>
                <a:cs typeface="Helvetica Neue"/>
              </a:defRPr>
            </a:lvl5pPr>
            <a:lvl6pPr>
              <a:defRPr sz="1575" b="0">
                <a:solidFill>
                  <a:srgbClr val="B9DDC9"/>
                </a:solidFill>
                <a:latin typeface="Helvetica Neue"/>
                <a:ea typeface="Helvetica Neue"/>
                <a:cs typeface="Helvetica Neue"/>
              </a:defRPr>
            </a:lvl6pPr>
            <a:lvl7pPr>
              <a:defRPr sz="1575" b="0">
                <a:solidFill>
                  <a:srgbClr val="B9DDC9"/>
                </a:solidFill>
                <a:latin typeface="Helvetica Neue"/>
                <a:ea typeface="Helvetica Neue"/>
                <a:cs typeface="Helvetica Neue"/>
              </a:defRPr>
            </a:lvl7pPr>
            <a:lvl8pPr>
              <a:defRPr sz="1575" b="0">
                <a:solidFill>
                  <a:srgbClr val="B9DDC9"/>
                </a:solidFill>
                <a:latin typeface="Helvetica Neue"/>
                <a:ea typeface="Helvetica Neue"/>
                <a:cs typeface="Helvetica Neue"/>
              </a:defRPr>
            </a:lvl8pPr>
            <a:lvl9pPr>
              <a:defRPr sz="1575" b="0">
                <a:solidFill>
                  <a:srgbClr val="B9DDC9"/>
                </a:solidFill>
                <a:latin typeface="Helvetica Neue"/>
                <a:ea typeface="Helvetica Neue"/>
                <a:cs typeface="Helvetica Neue"/>
              </a:defRPr>
            </a:lvl9pPr>
          </a:lstStyle>
          <a:p xmlns:a="http://schemas.openxmlformats.org/drawingml/2006/main">
            <a:pPr>
              <a:defRPr sz="1575" b="0">
                <a:solidFill>
                  <a:srgbClr val="B9DDC9"/>
                </a:solidFill>
                <a:latin typeface="Helvetica Neue"/>
                <a:ea typeface="Helvetica Neue"/>
                <a:cs typeface="Helvetica Neue"/>
              </a:defRPr>
            </a:pPr>
            <a:r>
              <a:rPr sz="1575" b="0">
                <a:solidFill>
                  <a:srgbClr val="B9DDC9"/>
                </a:solidFill>
                <a:latin typeface="Helvetica Neue"/>
                <a:ea typeface="Helvetica Neue"/>
                <a:cs typeface="Helvetica Neue"/>
              </a:rPr>
              <a:t>https://github.com/mkhsu2002/OnDemand-World-Observatory</a:t>
            </a:r>
          </a:p>
        </p:txBody>
      </p:sp>
      <p:sp>
        <p:nvSpPr>
          <p:cNvPr id="10" name="">
            <a:extLst xmlns:a="http://schemas.openxmlformats.org/drawingml/2006/main">
              <a:ext uri="{FF2B5EF4-FFF2-40B4-BE49-F238E27FC236}">
                <a16:creationId xmlns:a16="http://schemas.microsoft.com/office/drawing/2014/main" id="{D792E28A-8EB7-45FF-AB90-BB1AB05E14AF}"/>
              </a:ext>
            </a:extLst>
          </p:cNvPr>
          <p:cNvSpPr>
            <a:spLocks xmlns:a="http://schemas.openxmlformats.org/drawingml/2006/main" noGrp="1"/>
          </p:cNvSpPr>
          <p:nvPr/>
        </p:nvSpPr>
        <p:spPr>
          <a:xfrm xmlns:a="http://schemas.openxmlformats.org/drawingml/2006/main">
            <a:off x="609600" y="5810250"/>
            <a:ext cx="108585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0">
                <a:solidFill>
                  <a:srgbClr val="B9DDC9"/>
                </a:solidFill>
                <a:latin typeface="Helvetica Neue"/>
                <a:ea typeface="Helvetica Neue"/>
                <a:cs typeface="Helvetica Neue"/>
              </a:defRPr>
            </a:defPPr>
            <a:lvl1pPr>
              <a:defRPr sz="1575" b="0">
                <a:solidFill>
                  <a:srgbClr val="B9DDC9"/>
                </a:solidFill>
                <a:latin typeface="Helvetica Neue"/>
                <a:ea typeface="Helvetica Neue"/>
                <a:cs typeface="Helvetica Neue"/>
              </a:defRPr>
            </a:lvl1pPr>
            <a:lvl2pPr>
              <a:defRPr sz="1575" b="0">
                <a:solidFill>
                  <a:srgbClr val="B9DDC9"/>
                </a:solidFill>
                <a:latin typeface="Helvetica Neue"/>
                <a:ea typeface="Helvetica Neue"/>
                <a:cs typeface="Helvetica Neue"/>
              </a:defRPr>
            </a:lvl2pPr>
            <a:lvl3pPr>
              <a:defRPr sz="1575" b="0">
                <a:solidFill>
                  <a:srgbClr val="B9DDC9"/>
                </a:solidFill>
                <a:latin typeface="Helvetica Neue"/>
                <a:ea typeface="Helvetica Neue"/>
                <a:cs typeface="Helvetica Neue"/>
              </a:defRPr>
            </a:lvl3pPr>
            <a:lvl4pPr>
              <a:defRPr sz="1575" b="0">
                <a:solidFill>
                  <a:srgbClr val="B9DDC9"/>
                </a:solidFill>
                <a:latin typeface="Helvetica Neue"/>
                <a:ea typeface="Helvetica Neue"/>
                <a:cs typeface="Helvetica Neue"/>
              </a:defRPr>
            </a:lvl4pPr>
            <a:lvl5pPr>
              <a:defRPr sz="1575" b="0">
                <a:solidFill>
                  <a:srgbClr val="B9DDC9"/>
                </a:solidFill>
                <a:latin typeface="Helvetica Neue"/>
                <a:ea typeface="Helvetica Neue"/>
                <a:cs typeface="Helvetica Neue"/>
              </a:defRPr>
            </a:lvl5pPr>
            <a:lvl6pPr>
              <a:defRPr sz="1575" b="0">
                <a:solidFill>
                  <a:srgbClr val="B9DDC9"/>
                </a:solidFill>
                <a:latin typeface="Helvetica Neue"/>
                <a:ea typeface="Helvetica Neue"/>
                <a:cs typeface="Helvetica Neue"/>
              </a:defRPr>
            </a:lvl6pPr>
            <a:lvl7pPr>
              <a:defRPr sz="1575" b="0">
                <a:solidFill>
                  <a:srgbClr val="B9DDC9"/>
                </a:solidFill>
                <a:latin typeface="Helvetica Neue"/>
                <a:ea typeface="Helvetica Neue"/>
                <a:cs typeface="Helvetica Neue"/>
              </a:defRPr>
            </a:lvl7pPr>
            <a:lvl8pPr>
              <a:defRPr sz="1575" b="0">
                <a:solidFill>
                  <a:srgbClr val="B9DDC9"/>
                </a:solidFill>
                <a:latin typeface="Helvetica Neue"/>
                <a:ea typeface="Helvetica Neue"/>
                <a:cs typeface="Helvetica Neue"/>
              </a:defRPr>
            </a:lvl8pPr>
            <a:lvl9pPr>
              <a:defRPr sz="1575" b="0">
                <a:solidFill>
                  <a:srgbClr val="B9DDC9"/>
                </a:solidFill>
                <a:latin typeface="Helvetica Neue"/>
                <a:ea typeface="Helvetica Neue"/>
                <a:cs typeface="Helvetica Neue"/>
              </a:defRPr>
            </a:lvl9pPr>
          </a:lstStyle>
          <a:p xmlns:a="http://schemas.openxmlformats.org/drawingml/2006/main">
            <a:pPr>
              <a:defRPr sz="1575" b="0">
                <a:solidFill>
                  <a:srgbClr val="B9DDC9"/>
                </a:solidFill>
                <a:latin typeface="Helvetica Neue"/>
                <a:ea typeface="Helvetica Neue"/>
                <a:cs typeface="Helvetica Neue"/>
              </a:defRPr>
            </a:pPr>
            <a:r>
              <a:rPr sz="1575" b="0">
                <a:solidFill>
                  <a:srgbClr val="B9DDC9"/>
                </a:solidFill>
                <a:latin typeface="Helvetica Neue"/>
                <a:ea typeface="Helvetica Neue"/>
                <a:cs typeface="Helvetica Neue"/>
              </a:rPr>
              <a:t>FlyPig AI / M.K. Hsu / Public project repository</a:t>
            </a:r>
          </a:p>
        </p:txBody>
      </p:sp>
    </p:spTree>
    <p:extLst>
      <p:ext uri="{BB962C8B-B14F-4D97-AF65-F5344CB8AC3E}">
        <p14:creationId xmlns:p14="http://schemas.microsoft.com/office/powerpoint/2010/main" val="186136876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2026-10-28T00:52:53.7520000Z</dcterms:created>
  <dcterms:modified xsi:type="dcterms:W3CDTF">2026-10-28T00:52:53.7520000Z</dcterms:modified>
</coreProperties>
</file>