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dfa25a9f494520" /><Relationship Type="http://schemas.openxmlformats.org/officeDocument/2006/relationships/extended-properties" Target="/docProps/app.xml" Id="R0abff13afbf54d33" /><Relationship Type="http://schemas.openxmlformats.org/officeDocument/2006/relationships/officeDocument" Target="/ppt/presentation.xml" Id="Rb82ff00f963444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9a411546d94d90"/>
  </p:sldMasterIdLst>
  <p:notesMasterIdLst>
    <p:notesMasterId xmlns:r="http://schemas.openxmlformats.org/officeDocument/2006/relationships" r:id="R414db99e2d6942ca"/>
  </p:notesMasterIdLst>
  <p:sldIdLst>
    <p:sldId xmlns:r="http://schemas.openxmlformats.org/officeDocument/2006/relationships" id="256" r:id="R9a86ca8d40c640a6"/>
    <p:sldId xmlns:r="http://schemas.openxmlformats.org/officeDocument/2006/relationships" id="257" r:id="Ra6e076d61eec4d16"/>
    <p:sldId xmlns:r="http://schemas.openxmlformats.org/officeDocument/2006/relationships" id="258" r:id="R800f39eaa55d4638"/>
    <p:sldId xmlns:r="http://schemas.openxmlformats.org/officeDocument/2006/relationships" id="259" r:id="Rd4afae73dda74888"/>
    <p:sldId xmlns:r="http://schemas.openxmlformats.org/officeDocument/2006/relationships" id="260" r:id="R96056755c2704aa1"/>
    <p:sldId xmlns:r="http://schemas.openxmlformats.org/officeDocument/2006/relationships" id="261" r:id="Rd9d79e814f3d4861"/>
    <p:sldId xmlns:r="http://schemas.openxmlformats.org/officeDocument/2006/relationships" id="262" r:id="R915c7e20a5514e93"/>
    <p:sldId xmlns:r="http://schemas.openxmlformats.org/officeDocument/2006/relationships" id="263" r:id="R59a9f2dcc0704d0b"/>
    <p:sldId xmlns:r="http://schemas.openxmlformats.org/officeDocument/2006/relationships" id="264" r:id="R946eeeca8c084517"/>
    <p:sldId xmlns:r="http://schemas.openxmlformats.org/officeDocument/2006/relationships" id="265" r:id="Rd74b02ac6818434c"/>
    <p:sldId xmlns:r="http://schemas.openxmlformats.org/officeDocument/2006/relationships" id="266" r:id="Rf3aa32bf7ac44f5b"/>
    <p:sldId xmlns:r="http://schemas.openxmlformats.org/officeDocument/2006/relationships" id="267" r:id="R4cf56d2cb9864854"/>
    <p:sldId xmlns:r="http://schemas.openxmlformats.org/officeDocument/2006/relationships" id="268" r:id="Rc0dd566f6cd84295"/>
    <p:sldId xmlns:r="http://schemas.openxmlformats.org/officeDocument/2006/relationships" id="269" r:id="R49ad7dae8069443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f98b8030a84818" /><Relationship Type="http://schemas.openxmlformats.org/officeDocument/2006/relationships/slideMaster" Target="/ppt/slideMasters/slideMaster1.xml" Id="Rcd9a411546d94d90" /><Relationship Type="http://schemas.openxmlformats.org/officeDocument/2006/relationships/notesMaster" Target="/ppt/notesMasters/notesMaster1.xml" Id="R414db99e2d6942ca" /><Relationship Type="http://schemas.openxmlformats.org/officeDocument/2006/relationships/presProps" Target="/ppt/presProps.xml" Id="R8009f792db56472b" /><Relationship Type="http://schemas.openxmlformats.org/officeDocument/2006/relationships/tableStyles" Target="/ppt/tableStyles.xml" Id="Re02698d732924fe2" /><Relationship Type="http://schemas.openxmlformats.org/officeDocument/2006/relationships/slide" Target="/ppt/slides/slide1.xml" Id="R9a86ca8d40c640a6" /><Relationship Type="http://schemas.openxmlformats.org/officeDocument/2006/relationships/slide" Target="/ppt/slides/slide2.xml" Id="Ra6e076d61eec4d16" /><Relationship Type="http://schemas.openxmlformats.org/officeDocument/2006/relationships/slide" Target="/ppt/slides/slide3.xml" Id="R800f39eaa55d4638" /><Relationship Type="http://schemas.openxmlformats.org/officeDocument/2006/relationships/slide" Target="/ppt/slides/slide4.xml" Id="Rd4afae73dda74888" /><Relationship Type="http://schemas.openxmlformats.org/officeDocument/2006/relationships/slide" Target="/ppt/slides/slide5.xml" Id="R96056755c2704aa1" /><Relationship Type="http://schemas.openxmlformats.org/officeDocument/2006/relationships/slide" Target="/ppt/slides/slide6.xml" Id="Rd9d79e814f3d4861" /><Relationship Type="http://schemas.openxmlformats.org/officeDocument/2006/relationships/slide" Target="/ppt/slides/slide7.xml" Id="R915c7e20a5514e93" /><Relationship Type="http://schemas.openxmlformats.org/officeDocument/2006/relationships/slide" Target="/ppt/slides/slide8.xml" Id="R59a9f2dcc0704d0b" /><Relationship Type="http://schemas.openxmlformats.org/officeDocument/2006/relationships/slide" Target="/ppt/slides/slide9.xml" Id="R946eeeca8c084517" /><Relationship Type="http://schemas.openxmlformats.org/officeDocument/2006/relationships/slide" Target="/ppt/slides/slide10.xml" Id="Rd74b02ac6818434c" /><Relationship Type="http://schemas.openxmlformats.org/officeDocument/2006/relationships/slide" Target="/ppt/slides/slide11.xml" Id="Rf3aa32bf7ac44f5b" /><Relationship Type="http://schemas.openxmlformats.org/officeDocument/2006/relationships/slide" Target="/ppt/slides/slide12.xml" Id="R4cf56d2cb9864854" /><Relationship Type="http://schemas.openxmlformats.org/officeDocument/2006/relationships/slide" Target="/ppt/slides/slide13.xml" Id="Rc0dd566f6cd84295" /><Relationship Type="http://schemas.openxmlformats.org/officeDocument/2006/relationships/slide" Target="/ppt/slides/slide14.xml" Id="R49ad7dae806944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b7c63b09ea6495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f8e0dbc7a04277" /><Relationship Type="http://schemas.openxmlformats.org/officeDocument/2006/relationships/notesMaster" Target="/ppt/notesMasters/notesMaster1.xml" Id="R0adde4b507b549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2459d03d444138" /><Relationship Type="http://schemas.openxmlformats.org/officeDocument/2006/relationships/notesMaster" Target="/ppt/notesMasters/notesMaster1.xml" Id="Rc536803eaae443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55901c0fce4e03" /><Relationship Type="http://schemas.openxmlformats.org/officeDocument/2006/relationships/notesMaster" Target="/ppt/notesMasters/notesMaster1.xml" Id="R8187acffc0094a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26f68c03f0e4653" /><Relationship Type="http://schemas.openxmlformats.org/officeDocument/2006/relationships/notesMaster" Target="/ppt/notesMasters/notesMaster1.xml" Id="Rac6cd20e8e1c478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c81db8b29d5420e" /><Relationship Type="http://schemas.openxmlformats.org/officeDocument/2006/relationships/notesMaster" Target="/ppt/notesMasters/notesMaster1.xml" Id="R58cbac89764c43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7803ab4b75846d9" /><Relationship Type="http://schemas.openxmlformats.org/officeDocument/2006/relationships/notesMaster" Target="/ppt/notesMasters/notesMaster1.xml" Id="Rf670b3a42e3e4f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e14f77fbc94a7e" /><Relationship Type="http://schemas.openxmlformats.org/officeDocument/2006/relationships/notesMaster" Target="/ppt/notesMasters/notesMaster1.xml" Id="R8ad4879e587a43e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8c5d01f1c94b22" /><Relationship Type="http://schemas.openxmlformats.org/officeDocument/2006/relationships/notesMaster" Target="/ppt/notesMasters/notesMaster1.xml" Id="R6de6f09b62fd4cb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818c49d730f4423" /><Relationship Type="http://schemas.openxmlformats.org/officeDocument/2006/relationships/notesMaster" Target="/ppt/notesMasters/notesMaster1.xml" Id="Rd5ba2149881042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cd2f8cf86d4711" /><Relationship Type="http://schemas.openxmlformats.org/officeDocument/2006/relationships/notesMaster" Target="/ppt/notesMasters/notesMaster1.xml" Id="R5535a536b1ad4ae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2403c6007284996" /><Relationship Type="http://schemas.openxmlformats.org/officeDocument/2006/relationships/notesMaster" Target="/ppt/notesMasters/notesMaster1.xml" Id="R18d8f82826634fa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71691eda3b3410c" /><Relationship Type="http://schemas.openxmlformats.org/officeDocument/2006/relationships/notesMaster" Target="/ppt/notesMasters/notesMaster1.xml" Id="Reb582874a501497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e1e35c0aee7423e" /><Relationship Type="http://schemas.openxmlformats.org/officeDocument/2006/relationships/notesMaster" Target="/ppt/notesMasters/notesMaster1.xml" Id="R5fbe993382444ee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31fa91523244084" /><Relationship Type="http://schemas.openxmlformats.org/officeDocument/2006/relationships/notesMaster" Target="/ppt/notesMasters/notesMaster1.xml" Id="R15bc24949d1245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New proposal and interface drafts only. No generated-on-open prototype or hardware result. Team: FlyPig AI. Author credit M.K. Hsu. Product definition from author instruction, 28 Oct 2026. Official track: https://contest.bhuntr.com/tw/39jg9vimiynrhlksze/home/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and customer hypotheses, not completed interviews or measured market demand. No market size or competitor benchmark claimed. See docs/proposal-en.md sections 2 and 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Every opening intends a new request and new clip. This is an episodic video experience. No 3D, 2.5D, WebGL or persistent simulation engine. No implemented flow exists.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method. Live weather would require a later data source and timestamp. Context does not claim scientific prediction or continuously evolving ecosystem state.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Example drafted for this proposal, not AI inference output. Reference asset approval is pending. No generation job was executed. See examples/scenario.json and examples/result.json.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 draft only. Evaluate context interpretation and scenario/prompt construction on UGen300 / Hailo-10H. Host orchestration remains necessary. Do not infer all-local execution or device video capability. Confirm split eligibility with organizer. https://contest.bhuntr.com/tw/39jg9vimiynrhlksze/home/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Vendor describes Hailo-10H and LLM/VLM model categories. This does not establish workload compatibility. USB page: https://www.asus.com/tw/motherboards-components/ai-accelerator/ugen/ugen300-usb-8g/ accessed 28 Oct 2026. Form warns fixed hardware choice. Stage II requires actual UGen300 operation: https://contest.bhuntr.com/tw/39jg9vimiynrhlksze/home/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 prior concept: https://k-hunting-log.icareu.tw/journey/ accessed 28 Oct 2026. Agentic-Life-World-Zero / Agentic-Life-World-Studio is another product. Originality attachment includes similar public works by the same author. Written organizer clarification is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GitHub repository is a proposal and interface-draft repository, not complete prototype source. Contract checks verify internal consistency only. Local concept media uses prior K footage and is excluded from Git.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All customer and pricing statements are hypotheses. No customers, revenue, validated pricing or market-size claims. Unit-cost planning equation and assumptions are in docs/proposal-en.md section 8. No paid service started.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proposed test sizes and gates, not completed studies. p50 and p95 latency, memory, energy boundaries, failures and retries to be collected after implementation. No numeric benchmark exists.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plan, not performed work. Official Stage II 6 Nov–4 Dec 2026 and Global Online final deadline 4 Dec. Shortlist 2 Nov per 12 Oct amendment: https://contest.bhuntr.com/tw/39jg9vimiynrhlksze/article/4484/ accessed 28 Oct 2026. Backend cost/rights and split eligibility remain gates.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home section IX and downloaded unsigned rights/portrait consent form accessed 28 Oct 2026. Organizer confirmation pending. No agreement accepted or signature performed. Similarity disclosure alone does not cure ineligibility.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is private and contains proposal materials, not a complete implemented product. Official home https://contest.bhuntr.com/tw/39jg9vimiynrhlksze/home/ and amendment accessed 28 Oct 2026. Full source register: sources/official-source-register.md. Scoring: innovation 30, commercial feasibility 35, practical value 25, storytelling 10. Deadline 28 Oct 17:00 Asia/Taipei. Live form PDF limit 15 MB, video optional discrepancy recorded.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3bcbe123cd455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4b9176add846c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33cc2ac908409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e52350447a4f2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8e10519e4145e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edb33f2a974f3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7A1FD8-33D8-4725-B4C4-04F7A966C7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A58E861-8921-4F4D-8B59-5B75E22FAAAA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BFF3040-1396-4297-8487-03AD99F49A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5F15EF0-D549-4181-82F9-D6C59BAE4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E7A3C8-68A2-4858-ADEB-CFF3AD4B11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D4101E2A-4BB1-44C4-816D-131089DA0C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5F6F9BD-7118-402A-96F2-2225B3EDBE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4153F99-38A4-44A4-9E40-94C00F9C745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1B39BC-1E04-4882-92FA-00D7EE0AAE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4C1F3E4E-B8A1-4FD7-AF9F-909EBF8A4D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482310a39a746fa" /><Relationship Type="http://schemas.openxmlformats.org/officeDocument/2006/relationships/slideLayout" Target="/ppt/slideLayouts/slideLayout1.xml" Id="Rd8c3866676d44713" /><Relationship Type="http://schemas.openxmlformats.org/officeDocument/2006/relationships/slideLayout" Target="/ppt/slideLayouts/slideLayout2.xml" Id="Raa7f3baa8fe64393" /><Relationship Type="http://schemas.openxmlformats.org/officeDocument/2006/relationships/slideLayout" Target="/ppt/slideLayouts/slideLayout3.xml" Id="R31766046f5254d6b" /><Relationship Type="http://schemas.openxmlformats.org/officeDocument/2006/relationships/slideLayout" Target="/ppt/slideLayouts/slideLayout4.xml" Id="R449782dc46524f7b" /><Relationship Type="http://schemas.openxmlformats.org/officeDocument/2006/relationships/slideLayout" Target="/ppt/slideLayouts/slideLayout5.xml" Id="Rfba53311e49a4f06" /><Relationship Type="http://schemas.openxmlformats.org/officeDocument/2006/relationships/slideLayout" Target="/ppt/slideLayouts/slideLayout6.xml" Id="R01e3c14cf04c4be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8c3866676d44713"/>
    <p:sldLayoutId xmlns:r="http://schemas.openxmlformats.org/officeDocument/2006/relationships" id="2147483650" r:id="Raa7f3baa8fe64393"/>
    <p:sldLayoutId xmlns:r="http://schemas.openxmlformats.org/officeDocument/2006/relationships" id="2147483651" r:id="R31766046f5254d6b"/>
    <p:sldLayoutId xmlns:r="http://schemas.openxmlformats.org/officeDocument/2006/relationships" id="2147483652" r:id="R449782dc46524f7b"/>
    <p:sldLayoutId xmlns:r="http://schemas.openxmlformats.org/officeDocument/2006/relationships" id="2147483653" r:id="Rfba53311e49a4f06"/>
    <p:sldLayoutId xmlns:r="http://schemas.openxmlformats.org/officeDocument/2006/relationships" id="2147483654" r:id="R01e3c14cf04c4be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cc185ea73e43e3" /><Relationship Type="http://schemas.openxmlformats.org/officeDocument/2006/relationships/notesSlide" Target="/ppt/notesSlides/notesSlide1.xml" Id="Rfedbb412ad624c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483cc184a749af" /><Relationship Type="http://schemas.openxmlformats.org/officeDocument/2006/relationships/notesSlide" Target="/ppt/notesSlides/notesSlide2.xml" Id="Ra1a044be74c64be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8e0329ae284491" /><Relationship Type="http://schemas.openxmlformats.org/officeDocument/2006/relationships/notesSlide" Target="/ppt/notesSlides/notesSlide3.xml" Id="R461fa34a429645b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c303e9932e4543" /><Relationship Type="http://schemas.openxmlformats.org/officeDocument/2006/relationships/notesSlide" Target="/ppt/notesSlides/notesSlide4.xml" Id="R303ef9258a69451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b906f2cdba455c" /><Relationship Type="http://schemas.openxmlformats.org/officeDocument/2006/relationships/notesSlide" Target="/ppt/notesSlides/notesSlide5.xml" Id="R1639a872a53247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b684d380c240b3" /><Relationship Type="http://schemas.openxmlformats.org/officeDocument/2006/relationships/notesSlide" Target="/ppt/notesSlides/notesSlide6.xml" Id="Re08a3f01bd0f492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81b74f821c4da0" /><Relationship Type="http://schemas.openxmlformats.org/officeDocument/2006/relationships/notesSlide" Target="/ppt/notesSlides/notesSlide7.xml" Id="R8373cbecbf1a43a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c3e8e1f43146af" /><Relationship Type="http://schemas.openxmlformats.org/officeDocument/2006/relationships/notesSlide" Target="/ppt/notesSlides/notesSlide8.xml" Id="R3181a94faa3e4e4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37b963698443e4" /><Relationship Type="http://schemas.openxmlformats.org/officeDocument/2006/relationships/notesSlide" Target="/ppt/notesSlides/notesSlide9.xml" Id="R7a3c1f5c24c245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bc0f611b6c46b9" /><Relationship Type="http://schemas.openxmlformats.org/officeDocument/2006/relationships/notesSlide" Target="/ppt/notesSlides/notesSlide10.xml" Id="R6c1c20006bb54d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027a86e5aa94081" /><Relationship Type="http://schemas.openxmlformats.org/officeDocument/2006/relationships/notesSlide" Target="/ppt/notesSlides/notesSlide11.xml" Id="Rb4025fbd8b2140e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5a88767a5344ac" /><Relationship Type="http://schemas.openxmlformats.org/officeDocument/2006/relationships/notesSlide" Target="/ppt/notesSlides/notesSlide12.xml" Id="R631add963f15431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d01944f495462c" /><Relationship Type="http://schemas.openxmlformats.org/officeDocument/2006/relationships/notesSlide" Target="/ppt/notesSlides/notesSlide13.xml" Id="Rb86e9e735818496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835525f77c42e1" /><Relationship Type="http://schemas.openxmlformats.org/officeDocument/2006/relationships/notesSlide" Target="/ppt/notesSlides/notesSlide14.xml" Id="R92a572b3cbea40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BF122B-40BB-40CA-86B3-47EAE712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OnDemand World</a:t>
            </a:r>
          </a:p>
          <a:p xmlns:a="http://schemas.openxmlformats.org/drawingml/2006/main">
            <a: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Observatory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EFB94C-4DF6-454A-A031-F92E2954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2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CAD395-1ED3-4028-AC35-EC4C22F22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11AB15-1F78-4269-8C32-54BEAFCD7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B3D4C0-8457-4DAD-8F6C-0A9795FB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62200"/>
            <a:ext cx="7048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Context-conditioned short video</a:t>
            </a:r>
          </a:p>
          <a:p xmlns:a="http://schemas.openxmlformats.org/drawingml/2006/main">
            <a:pPr>
              <a:def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for every observation-page opening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863175-FC9D-4541-A477-2E07CE46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9620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Team: FlyPig AI / Author: M.K. Hsu</a:t>
            </a:r>
          </a:p>
          <a:p xmlns:a="http://schemas.openxmlformats.org/drawingml/2006/main">
            <a:pPr>
              <a:def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Creator AI / Battlefield Lightning / Global Online Track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ED829E-7A82-425D-B8AA-706DAE7F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rPr>
              <a:t>28 October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55F64E-F6F4-4E0A-8B87-9EF925EB9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305050"/>
            <a:ext cx="2381250" cy="23812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08C7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2E1827-6004-4C8D-9DEE-801C50BCE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1657350" cy="16573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08C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64EB4-B718-4219-9AE4-B54137927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76625"/>
            <a:ext cx="2724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0F98F9-E189-44E8-AFD6-5A3F958D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1905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BE8CE3-3D6B-4505-9CAB-9FEDBA9A2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57525"/>
            <a:ext cx="1524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NEW</a:t>
            </a:r>
          </a:p>
          <a:p xmlns:a="http://schemas.openxmlformats.org/drawingml/2006/main">
            <a:pPr>
              <a:def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MOMENT</a:t>
            </a:r>
          </a:p>
        </p:txBody>
      </p:sp>
    </p:spTree>
    <p:extLst>
      <p:ext uri="{BB962C8B-B14F-4D97-AF65-F5344CB8AC3E}">
        <p14:creationId xmlns:p14="http://schemas.microsoft.com/office/powerpoint/2010/main" val="1401389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973CEB-3D97-4768-A978-3029E0890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Repeat visits need fresh moments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EE115-CA3E-479C-A538-6B2F924A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DC0BBA-6D03-4BD6-94B4-DDCEE6C9A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1B62CD-E3B6-44C4-A64C-7912930D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CE8570-F74D-4D57-9F0F-894AB9527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Creator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3B1489-B337-41AB-BC50-39D1D387A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 rich world setting and reference art already exist. Manually writing every new scene takes effort.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D31CC8-89F8-443B-86D0-F62F0DD01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Visitor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1E2863-D6F5-487C-AEF5-D66AC3D7B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 fixed gallery repeats the same moments. An open-ended prompt editor asks the visitor to do the work.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018F94-CF37-4077-BED2-05699C30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Proposed value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C994D3-F18E-4570-AF0D-4472FEA4D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 new observation on opening, bounded by the creator’s world rules and visual identity.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C0C077-46D2-460D-8EE2-3C6BC93F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76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Initial customer hypothesis: independent worldbuilding creators and small IP teams</a:t>
            </a:r>
          </a:p>
        </p:txBody>
      </p:sp>
    </p:spTree>
    <p:extLst>
      <p:ext uri="{BB962C8B-B14F-4D97-AF65-F5344CB8AC3E}">
        <p14:creationId xmlns:p14="http://schemas.microsoft.com/office/powerpoint/2010/main" val="87347657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308E5E-8C02-4EC0-A529-AA874E05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The proposed observation 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1B1C6-41BB-4768-B63F-E219634A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292FF1-4355-4035-BF25-BA23FFA3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4934C9-979E-49F5-A587-F602E1009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841333-1786-42CC-803C-EBB876A4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3426A-D1D8-4809-9959-C7808B13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0"/>
            <a:ext cx="2419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Open page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6803F8-B405-4C1D-98F4-487243F6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050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F3C56-0549-4E25-92BE-614C0258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2105025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3CA020-A3FA-4D1F-8218-B3495BC55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048000"/>
            <a:ext cx="2419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Compose scenario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E386B-59D3-4B65-BD60-42CE5D901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9775" y="25050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8080DF-2405-44D4-B8D2-6689FF332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105025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D53DE3-1FBA-4635-97C5-BFBA70840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48000"/>
            <a:ext cx="2419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Generate clip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A0BBEB-D7D2-4338-96EB-D85F5AD6E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505075"/>
            <a:ext cx="381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223BCB-29E5-4952-A8CF-661B7973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2105025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4188C8-2A30-43CF-8A03-7E7BFDAF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3048000"/>
            <a:ext cx="2419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Play new result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0DD48B9-252E-4CFC-A5F8-D92DDBD12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09061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Domain + eligible species + time + climate + approved reference images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E2BE86-7BAC-4168-8965-0A132CBB8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90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Fast generation is the intended experience. Backend and latency remain unvalidated.</a:t>
            </a:r>
          </a:p>
        </p:txBody>
      </p:sp>
    </p:spTree>
    <p:extLst>
      <p:ext uri="{BB962C8B-B14F-4D97-AF65-F5344CB8AC3E}">
        <p14:creationId xmlns:p14="http://schemas.microsoft.com/office/powerpoint/2010/main" val="16477171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FC2DBC-BF33-4BDE-BF84-E83A72C06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Creator-defined context and constraints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F64DC2-34B3-4861-A1C2-117E22926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51FEB3-1BCE-4FDB-B4F5-9E21E8F5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82DCA7-5716-4895-B98D-EE932395D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BBAA13-1FC2-441D-9186-93A8314E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A16958-3D5C-4913-B27B-A496695B8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097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World facts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64CDA-1FBF-4EA7-AB3F-154187391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One domain, approved species, visual references and prohibited events.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312ED9-D870-4815-AB85-7F3E09E42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09FFAD-C873-40A6-ACB5-5316C7BE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194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Context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C89A71-BB19-4BF6-8557-0D51B4FC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Creator-defined fictional time and climate in the first version.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FD43EB-0B1A-4659-B282-4A8DBC9C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29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AD39E1-12D7-4D46-9BD3-B7F90DDF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291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Coherence checks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778B26-E1D3-4A93-A96F-5F4B57BD5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959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Reject unsupported species or conditions before requesting a video.</a:t>
            </a:r>
          </a:p>
        </p:txBody>
      </p:sp>
    </p:spTree>
    <p:extLst>
      <p:ext uri="{BB962C8B-B14F-4D97-AF65-F5344CB8AC3E}">
        <p14:creationId xmlns:p14="http://schemas.microsoft.com/office/powerpoint/2010/main" val="2301016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A6760-3291-44B7-9631-9F8EA5B56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A written example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88387-97BD-4CEC-9E8D-34CD1E29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2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1A2AE3-E762-4442-84B6-18BF8F79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855E8-67C6-4FA2-A2BD-6118399C1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96AF34-EF68-4AFD-A855-0BCC62D80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19300"/>
            <a:ext cx="1028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rPr>
              <a:t>FICTIONAL WETLAND / DAWN / MIST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918D3F-C0A7-4951-8785-7E7CF4A34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8108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One approved wading bird takes two slow steps</a:t>
            </a:r>
          </a:p>
          <a:p xmlns:a="http://schemas.openxmlformats.org/drawingml/2006/main">
            <a:pPr>
              <a:def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beside reeds. Gentle ripples cross still water.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0D7CD6-964C-4770-93E1-5C8E6F6D2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Prompt direction: preserve the reference anatomy and habitat.</a:t>
            </a:r>
          </a:p>
          <a:p xmlns:a="http://schemas.openxmlformats.org/drawingml/2006/main">
            <a:pPr>
              <a:def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Use a fixed wide camera, subtle motion and no additional species.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02A92A-08E1-4929-93DF-2DE52F54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D6AE61"/>
                </a:solidFill>
                <a:latin typeface="Helvetica Neue"/>
                <a:ea typeface="Helvetica Neue"/>
                <a:cs typeface="Helvetica Neue"/>
              </a:rPr>
              <a:t>Hand-authored sample. No model output, generated clip or measured result.</a:t>
            </a:r>
          </a:p>
        </p:txBody>
      </p:sp>
    </p:spTree>
    <p:extLst>
      <p:ext uri="{BB962C8B-B14F-4D97-AF65-F5344CB8AC3E}">
        <p14:creationId xmlns:p14="http://schemas.microsoft.com/office/powerpoint/2010/main" val="198518200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DE77D2-8C44-42E6-8617-5A995C792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Proposed software and hardware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9F569B-FFE2-4B9C-96D7-A3CA4840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CB61E-FD66-4EC9-825D-6E4C2A6ED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71080-B38B-411C-8C88-420B216C5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AFCA29-30A7-4703-846C-776008E4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28956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D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3D1C71C-452E-48AB-B012-6C720D3D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19325"/>
            <a:ext cx="25146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Browser</a:t>
            </a:r>
          </a:p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Open / status / playback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239146-107A-493D-8021-258C5FF4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47875"/>
            <a:ext cx="323850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D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BA66B-4C0D-4235-B675-F505DFA6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219325"/>
            <a:ext cx="285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Host coordinator</a:t>
            </a:r>
          </a:p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Domain and references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03E288-F3B1-4B84-B093-620DBCC3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047875"/>
            <a:ext cx="2876550" cy="1133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76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593654-89E2-40C2-970F-573091FFA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19325"/>
            <a:ext cx="24955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Scenario / prompt</a:t>
            </a:r>
          </a:p>
          <a:p xmlns:a="http://schemas.openxmlformats.org/drawingml/2006/main">
            <a:pPr>
              <a:def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UGen300 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55C4DC-1016-4F53-9B72-398A8838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590800"/>
            <a:ext cx="9715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EE8DD2-56D8-44C8-A2AA-4925113EA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5908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825ECC-1E33-4FE5-BF11-CB1E30CF8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85762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D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45CD0F-49E3-4FFC-8CA5-7C5A54982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76725"/>
            <a:ext cx="3476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New clip + manifest</a:t>
            </a:r>
          </a:p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Provenance and labels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AF5396C-12BE-4C8B-A974-220C3A60E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4105275"/>
            <a:ext cx="6124575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6B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75F5F0-4CB3-4422-992D-78CC865E0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4276725"/>
            <a:ext cx="57435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Video backend</a:t>
            </a:r>
          </a:p>
          <a:p xmlns:a="http://schemas.openxmlformats.org/drawingml/2006/main">
            <a:pPr>
              <a:def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Unselected / unvalidated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5D778B-422C-4160-85B2-E02F03FD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4676775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5C82C4-C25A-4151-B512-4B31CB67A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85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AE6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68E153-60C8-4BA7-89CB-0212E9E97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10839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The device contribution and the video-generation backend require separate validation.</a:t>
            </a:r>
          </a:p>
        </p:txBody>
      </p:sp>
    </p:spTree>
    <p:extLst>
      <p:ext uri="{BB962C8B-B14F-4D97-AF65-F5344CB8AC3E}">
        <p14:creationId xmlns:p14="http://schemas.microsoft.com/office/powerpoint/2010/main" val="89916815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9E8F8-F765-435C-8E6D-CC5F2DFB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UGen300 evaluation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0FB4F0-B891-4DA8-A80D-FBDB6405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1DF5D9-AA4B-400B-A087-71FC96F8F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1E4DC5-3F16-4AE9-9CFA-764C6329B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E525B0-90BB-4D9F-BE59-483C45316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Candidate role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B7EFD0-20A1-47A5-88CB-1EAB3C61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Context interpretation and constrained scenario / prompt construction using a supported Hailo-10H model.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81115-17AB-4526-9AD4-EBC310FD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Compatibility gate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BDDDD-F8C3-4E10-8FEF-2DCFE5EA7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Confirm received device, host OS, drivers, memory and model runtime. USB versus M.2 selection remains pending.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CA2593-5B13-4256-9DAE-C03C47D83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Evidence needed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8B0D6F-9B3E-4463-8F97-9909AF99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Actual device operation, model versions, reproducible logs and separate timings for every pipeline stage.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FABFFE-7F05-4F3F-A893-733A0167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10668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No UGen300 video, latency, power or deployment result exists today.</a:t>
            </a:r>
          </a:p>
        </p:txBody>
      </p:sp>
    </p:spTree>
    <p:extLst>
      <p:ext uri="{BB962C8B-B14F-4D97-AF65-F5344CB8AC3E}">
        <p14:creationId xmlns:p14="http://schemas.microsoft.com/office/powerpoint/2010/main" val="89791255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E327BF-5F0A-4F1F-94EA-D05087F8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Prior work and new application scope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DCFE8C-2A74-4B0C-BAE1-3208C133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D80A4F-5C18-4D11-8BD1-DE1229A08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3C5C9E-7EF4-4597-A777-B8F6EFEA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3A1F43-E5DC-41BD-90B2-580EE9F1E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288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Prior public material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85FB6-A00D-4BB7-AD1E-F19C690E7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28825"/>
            <a:ext cx="50006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New proposal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158DB6-AEE2-49A5-BD90-33436AF2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5000625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K’s Hunting Log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Habitat imagery, species setting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and pre-existing video clips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Separate Studio product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Story-to-world authoring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677F9C-E22B-4397-A25F-DD7F4A60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743200"/>
            <a:ext cx="5000625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Page-open observation design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Context and constraint interface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Hand-authored payload examples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Hardware evaluation plan</a:t>
            </a:r>
          </a:p>
          <a:p xmlns:a="http://schemas.openxmlformats.org/drawingml/2006/main">
            <a:pPr>
              <a:def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Proposal, slides and video script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EC2945-7F6C-4656-9527-93961C66C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906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No Studio code copied. Disclosure does not establish originality eligibility.</a:t>
            </a:r>
          </a:p>
        </p:txBody>
      </p:sp>
    </p:spTree>
    <p:extLst>
      <p:ext uri="{BB962C8B-B14F-4D97-AF65-F5344CB8AC3E}">
        <p14:creationId xmlns:p14="http://schemas.microsoft.com/office/powerpoint/2010/main" val="1729587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532742-1466-48A4-904C-66CB859D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What exists today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29D084-2DD6-4ADB-8F11-4E0A65605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D4DDA7-313E-4E78-AD07-F472FF3E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BDCEBA-8484-4F65-8554-EA6CBCBB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98572-CF57-4A30-A402-A1B7AA71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YES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6DE1A-51E1-4B84-8943-354505CBB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097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Reviewable application materials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0DB4F-56D1-400D-B701-7D8062ADA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Proposal, editable deck, draft schemas, written examples and a source register.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9EF22-E9DE-4915-A676-44DDC780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D93459-0946-44C1-BAF2-C6711C8A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194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Operating product implementation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C119D0-8611-4336-BE17-388BC0564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No scenario model, video adapter, generated-on-open page or deployed service.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A1BAC4-0F46-45CE-8F0A-1CDF2C36D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29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NO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58C58C-0C5D-427E-B16F-61C1EB7D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291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Hardware and performance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D6DCF9-DD07-449A-94A4-180941978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959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No UGen300 integration, device-generated video, latency or power measurements.</a:t>
            </a:r>
          </a:p>
        </p:txBody>
      </p:sp>
    </p:spTree>
    <p:extLst>
      <p:ext uri="{BB962C8B-B14F-4D97-AF65-F5344CB8AC3E}">
        <p14:creationId xmlns:p14="http://schemas.microsoft.com/office/powerpoint/2010/main" val="1635322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BDDA8-216B-4A5F-8442-5117E5F9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Commercial hypothesis and pilot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B70D5-9E84-4B09-AC5F-9E41F2C3A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2B8A1E-54FB-4540-B409-3A2AD29C9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920B0-53D4-4BE4-96C8-9B4AFF68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DF88DD-057F-48DE-A455-58079E83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First buyer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2E6D98-DE23-4748-AEFC-B9448EECA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3286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Independent creators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and small IP teams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with established worlds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931811-2DE1-4897-9284-C40D6EB23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7645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First use case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B234F2-6FCB-42B2-9650-FDDF5318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752725"/>
            <a:ext cx="3286125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An observation page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linked from an existing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world or story site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43A9CB-46F5-4E6A-B80D-778381008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276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Possible 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1C41EF-E76F-45B3-917E-70A51388B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52725"/>
            <a:ext cx="32766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Creator subscription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plus metered video use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or observation credits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24493B-2629-4136-9004-9872B2F6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27FDE0-06BA-46E1-BDC5-F3AD7769C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Measure cost per playable clip, retries, visitor return intent and creator effort.</a:t>
            </a:r>
          </a:p>
        </p:txBody>
      </p:sp>
    </p:spTree>
    <p:extLst>
      <p:ext uri="{BB962C8B-B14F-4D97-AF65-F5344CB8AC3E}">
        <p14:creationId xmlns:p14="http://schemas.microsoft.com/office/powerpoint/2010/main" val="170183529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9366AC-8046-4F3D-A20D-FF0C939E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Proposed validation and acceptance gates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13D7F-EC88-45C2-BD7D-8B82B9F83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00E34E-034F-47CE-A0B4-582F3E365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6D5DD-1848-496E-8AA5-15797755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F6BAB-98C3-408E-B307-FBF0ECBC5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Coherence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42880-7176-4067-8D2B-9068B1FAA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20 context combinations × 5 requests. Review species, reference identity and forbidden events.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953821-2EA2-4546-85A5-AEB997F3F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Performance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3A8525-417D-4103-ACC9-39CB9AD6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Measure context, device prompt inference, video backend and total time-to-play separately.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649D5-E360-406F-8C85-EE543E2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095500"/>
            <a:ext cx="323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User value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70FBDC-C940-42F5-8D0E-2E25C138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762250"/>
            <a:ext cx="3238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Proposed study: 5 creators and 10 visitors. Compare fixed clips with labeled variations.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C61562-537E-4A26-8DA0-883865E0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5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Proposed gates: complete provenance, no unapproved species in accepted prompts, honest failures</a:t>
            </a:r>
          </a:p>
        </p:txBody>
      </p:sp>
    </p:spTree>
    <p:extLst>
      <p:ext uri="{BB962C8B-B14F-4D97-AF65-F5344CB8AC3E}">
        <p14:creationId xmlns:p14="http://schemas.microsoft.com/office/powerpoint/2010/main" val="12121289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45DECE-6C12-43B8-A1F9-0C71B9328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Stage II development plan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753B9-5261-4A3F-9425-44DD4B04C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19963B-86F5-4C9B-8843-3BD1C0D5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A90DE-45E5-44DE-A64D-BB5B52441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535CC9-E783-4264-BE8B-0A113F073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06–13 Nov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9A9EF-7A37-4B3A-8DD4-D8E45AD64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9526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Device and model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compatibility baseline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A61201-CCFF-48DA-BC00-245EA082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18973C-A96B-40D5-9618-00EC4D55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14–20 Nov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7146B5-D0E0-4A13-86E4-9173B966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33700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Context, constraints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and device prompt step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33D30A-1761-4DCD-9CBB-86D6EC97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A0E4D1-B6EA-412F-A8E1-CA340BC00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21–27 Nov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F3D74C-79FD-42F1-B1D1-498519518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1477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Eligible video backend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and playback integration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9EEFA1-9624-49D9-8CE5-655BBE36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B5DD-DC96-4001-9FF8-108F364D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28 Nov–04 Dec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54DB74-730E-4319-98EE-49ED1D0B7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895850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Evaluation, actual device</a:t>
            </a:r>
          </a:p>
          <a:p xmlns:a="http://schemas.openxmlformats.org/drawingml/2006/main">
            <a:pPr>
              <a:def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capture and final evidence</a:t>
            </a:r>
          </a:p>
        </p:txBody>
      </p:sp>
    </p:spTree>
    <p:extLst>
      <p:ext uri="{BB962C8B-B14F-4D97-AF65-F5344CB8AC3E}">
        <p14:creationId xmlns:p14="http://schemas.microsoft.com/office/powerpoint/2010/main" val="25173485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3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6DE9CAD-C311-4FE1-A7CB-BA656F16A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Eligibility and rights decisions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6C4B8D-B89A-4D7D-8FDD-4B4D9B88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5CCC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815D5E-76FA-4F61-96D6-D86E34CD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17E256-6B27-4824-9233-1B4D80EE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1E0A36-625C-480F-8C1C-1CA8571E2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97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96042C-58DE-4B42-A9EB-39B7530AB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0097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Prior public and similar works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2FFB5C-36C1-4891-B6DC-E8D791FED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The consent warranty includes similar public works by the same author. No old-material exemption is confirmed.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1126B-FF04-4616-951F-4219486F9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194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8CE444-CA16-4AFA-A1F1-37917B975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194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Asset and model permissions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B4D528-2C9F-4B9A-8230-66FC5AD0F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8862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Rights must support the organizer’s use, including commercial use and sublicensing for winning work.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DF63A7-0F47-47A2-8A6B-B10DC0B22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29175"/>
            <a:ext cx="762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2F7760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EEA3CA-4905-46F6-8977-1E1804A96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829175"/>
            <a:ext cx="947737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4362D"/>
                </a:solidFill>
                <a:latin typeface="Helvetica Neue"/>
                <a:ea typeface="Helvetica Neue"/>
                <a:cs typeface="Helvetica Neue"/>
              </a:rPr>
              <a:t>Owner-only agreement and signature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B60343-B310-45AD-B1E6-8146B9253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9590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0665B"/>
                </a:solidFill>
                <a:latin typeface="Helvetica Neue"/>
                <a:ea typeface="Helvetica Neue"/>
                <a:cs typeface="Helvetica Neue"/>
              </a:rPr>
              <a:t>The author must review perpetual award licensing and name, likeness and voice terms before signing.</a:t>
            </a:r>
          </a:p>
        </p:txBody>
      </p:sp>
    </p:spTree>
    <p:extLst>
      <p:ext uri="{BB962C8B-B14F-4D97-AF65-F5344CB8AC3E}">
        <p14:creationId xmlns:p14="http://schemas.microsoft.com/office/powerpoint/2010/main" val="19588358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A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E62D6-F2DA-46D4-BC55-451D44A83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"/>
            <a:ext cx="10953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Stage I review package and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98013B-0049-494D-AB7C-D1287B332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62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E66CD8-13DB-478C-A6C1-4459743B5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STAGE I CONCEPT / NO PRODUCT IMPLEMENTATION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83FC6D-EF4C-45E4-BDA1-7C6F057D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419850"/>
            <a:ext cx="47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D26B16-BCBB-414F-8CB6-E2D42A584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rPr>
              <a:t>Review-ready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188DA9-879A-4C84-ACBB-D3F90B23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5143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14-page English proposal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Draft interfaces and examples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English concept video script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Source and rights register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ED1A2-6D1E-4866-89AC-E8E0A903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047875"/>
            <a:ext cx="476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D6AE61"/>
                </a:solidFill>
                <a:latin typeface="Helvetica Neue"/>
                <a:ea typeface="Helvetica Neue"/>
                <a:cs typeface="Helvetica Neue"/>
              </a:rPr>
              <a:t>Owner completion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7E60A1-D5E0-44BF-AD9F-587D14BD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33675"/>
            <a:ext cx="4953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Eligibility and asset clearance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Legal/contact fields and hardware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Signed consent PDF</a:t>
            </a:r>
          </a:p>
          <a:p xmlns:a="http://schemas.openxmlformats.org/drawingml/2006/main">
            <a:pPr>
              <a:def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F3F1E7"/>
                </a:solidFill>
                <a:latin typeface="Helvetica Neue"/>
                <a:ea typeface="Helvetica Neue"/>
                <a:cs typeface="Helvetica Neue"/>
              </a:rPr>
              <a:t>Judge access and video link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87024E-7621-45F8-8292-27DE33A27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1095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https://github.com/mkhsu2002/OnDemand-World-Observatory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5D9AE2-300E-4DF9-8927-1DFD5E43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defPPr>
            <a:lvl1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B9DDC9"/>
                </a:solidFill>
                <a:latin typeface="Helvetica Neue"/>
                <a:ea typeface="Helvetica Neue"/>
                <a:cs typeface="Helvetica Neue"/>
              </a:rPr>
              <a:t>Private repository. No product source implementation yet.</a:t>
            </a:r>
          </a:p>
        </p:txBody>
      </p:sp>
    </p:spTree>
    <p:extLst>
      <p:ext uri="{BB962C8B-B14F-4D97-AF65-F5344CB8AC3E}">
        <p14:creationId xmlns:p14="http://schemas.microsoft.com/office/powerpoint/2010/main" val="3985840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2026-10-28T00:31:36.9040000Z</dcterms:created>
  <dcterms:modified xsi:type="dcterms:W3CDTF">2026-10-28T00:31:36.9040000Z</dcterms:modified>
</coreProperties>
</file>