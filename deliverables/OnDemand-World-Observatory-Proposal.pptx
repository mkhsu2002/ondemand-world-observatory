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e3f0923384f54" /><Relationship Type="http://schemas.openxmlformats.org/officeDocument/2006/relationships/extended-properties" Target="/docProps/app.xml" Id="R4e2efbe7905c46f7" /><Relationship Type="http://schemas.openxmlformats.org/officeDocument/2006/relationships/officeDocument" Target="/ppt/presentation.xml" Id="R32b1f412a981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286611a6d4ca3"/>
  </p:sldMasterIdLst>
  <p:notesMasterIdLst>
    <p:notesMasterId xmlns:r="http://schemas.openxmlformats.org/officeDocument/2006/relationships" r:id="R486ec68ad39d45fd"/>
  </p:notesMasterIdLst>
  <p:sldIdLst>
    <p:sldId xmlns:r="http://schemas.openxmlformats.org/officeDocument/2006/relationships" id="256" r:id="Ra3099004d21340d1"/>
    <p:sldId xmlns:r="http://schemas.openxmlformats.org/officeDocument/2006/relationships" id="257" r:id="R98fb56bc44ce476c"/>
    <p:sldId xmlns:r="http://schemas.openxmlformats.org/officeDocument/2006/relationships" id="258" r:id="R19f64ebe049e40d5"/>
    <p:sldId xmlns:r="http://schemas.openxmlformats.org/officeDocument/2006/relationships" id="259" r:id="R0600e9b1e4ee4c7e"/>
    <p:sldId xmlns:r="http://schemas.openxmlformats.org/officeDocument/2006/relationships" id="260" r:id="Rd8664d1c302e4c8e"/>
    <p:sldId xmlns:r="http://schemas.openxmlformats.org/officeDocument/2006/relationships" id="261" r:id="Rfa367697b3f6450f"/>
    <p:sldId xmlns:r="http://schemas.openxmlformats.org/officeDocument/2006/relationships" id="262" r:id="R4628b22074bd4a0a"/>
    <p:sldId xmlns:r="http://schemas.openxmlformats.org/officeDocument/2006/relationships" id="263" r:id="Rc16bcd9363bf4ae6"/>
    <p:sldId xmlns:r="http://schemas.openxmlformats.org/officeDocument/2006/relationships" id="264" r:id="R646dca2ec69743a4"/>
    <p:sldId xmlns:r="http://schemas.openxmlformats.org/officeDocument/2006/relationships" id="265" r:id="R7b4f6cb6a4bc4668"/>
    <p:sldId xmlns:r="http://schemas.openxmlformats.org/officeDocument/2006/relationships" id="266" r:id="R19842754c2934289"/>
    <p:sldId xmlns:r="http://schemas.openxmlformats.org/officeDocument/2006/relationships" id="267" r:id="R163b1a76d17c4735"/>
    <p:sldId xmlns:r="http://schemas.openxmlformats.org/officeDocument/2006/relationships" id="268" r:id="Ra2c6449857a047f7"/>
    <p:sldId xmlns:r="http://schemas.openxmlformats.org/officeDocument/2006/relationships" id="269" r:id="R10aef2ad3e3d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58faeb6fd44f4" /><Relationship Type="http://schemas.openxmlformats.org/officeDocument/2006/relationships/slideMaster" Target="/ppt/slideMasters/slideMaster1.xml" Id="R86f286611a6d4ca3" /><Relationship Type="http://schemas.openxmlformats.org/officeDocument/2006/relationships/notesMaster" Target="/ppt/notesMasters/notesMaster1.xml" Id="R486ec68ad39d45fd" /><Relationship Type="http://schemas.openxmlformats.org/officeDocument/2006/relationships/presProps" Target="/ppt/presProps.xml" Id="R356d88e5e9504b5c" /><Relationship Type="http://schemas.openxmlformats.org/officeDocument/2006/relationships/tableStyles" Target="/ppt/tableStyles.xml" Id="Rac6936f2a0404ad5" /><Relationship Type="http://schemas.openxmlformats.org/officeDocument/2006/relationships/slide" Target="/ppt/slides/slide1.xml" Id="Ra3099004d21340d1" /><Relationship Type="http://schemas.openxmlformats.org/officeDocument/2006/relationships/slide" Target="/ppt/slides/slide2.xml" Id="R98fb56bc44ce476c" /><Relationship Type="http://schemas.openxmlformats.org/officeDocument/2006/relationships/slide" Target="/ppt/slides/slide3.xml" Id="R19f64ebe049e40d5" /><Relationship Type="http://schemas.openxmlformats.org/officeDocument/2006/relationships/slide" Target="/ppt/slides/slide4.xml" Id="R0600e9b1e4ee4c7e" /><Relationship Type="http://schemas.openxmlformats.org/officeDocument/2006/relationships/slide" Target="/ppt/slides/slide5.xml" Id="Rd8664d1c302e4c8e" /><Relationship Type="http://schemas.openxmlformats.org/officeDocument/2006/relationships/slide" Target="/ppt/slides/slide6.xml" Id="Rfa367697b3f6450f" /><Relationship Type="http://schemas.openxmlformats.org/officeDocument/2006/relationships/slide" Target="/ppt/slides/slide7.xml" Id="R4628b22074bd4a0a" /><Relationship Type="http://schemas.openxmlformats.org/officeDocument/2006/relationships/slide" Target="/ppt/slides/slide8.xml" Id="Rc16bcd9363bf4ae6" /><Relationship Type="http://schemas.openxmlformats.org/officeDocument/2006/relationships/slide" Target="/ppt/slides/slide9.xml" Id="R646dca2ec69743a4" /><Relationship Type="http://schemas.openxmlformats.org/officeDocument/2006/relationships/slide" Target="/ppt/slides/slide10.xml" Id="R7b4f6cb6a4bc4668" /><Relationship Type="http://schemas.openxmlformats.org/officeDocument/2006/relationships/slide" Target="/ppt/slides/slide11.xml" Id="R19842754c2934289" /><Relationship Type="http://schemas.openxmlformats.org/officeDocument/2006/relationships/slide" Target="/ppt/slides/slide12.xml" Id="R163b1a76d17c4735" /><Relationship Type="http://schemas.openxmlformats.org/officeDocument/2006/relationships/slide" Target="/ppt/slides/slide13.xml" Id="Ra2c6449857a047f7" /><Relationship Type="http://schemas.openxmlformats.org/officeDocument/2006/relationships/slide" Target="/ppt/slides/slide14.xml" Id="R10aef2ad3e3d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8ec220db3643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a78d516564495" /><Relationship Type="http://schemas.openxmlformats.org/officeDocument/2006/relationships/notesMaster" Target="/ppt/notesMasters/notesMaster1.xml" Id="R7e239de90275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85aee4b532455e" /><Relationship Type="http://schemas.openxmlformats.org/officeDocument/2006/relationships/notesMaster" Target="/ppt/notesMasters/notesMaster1.xml" Id="R6e2d6fbac46b4b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664628d79e4698" /><Relationship Type="http://schemas.openxmlformats.org/officeDocument/2006/relationships/notesMaster" Target="/ppt/notesMasters/notesMaster1.xml" Id="Ra0c42e5c3b74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f382fda2a4b2b" /><Relationship Type="http://schemas.openxmlformats.org/officeDocument/2006/relationships/notesMaster" Target="/ppt/notesMasters/notesMaster1.xml" Id="R2615cb0a516d42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8889130ff40fe" /><Relationship Type="http://schemas.openxmlformats.org/officeDocument/2006/relationships/notesMaster" Target="/ppt/notesMasters/notesMaster1.xml" Id="Rc3c6f5bb7cdc44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a537a63a34361" /><Relationship Type="http://schemas.openxmlformats.org/officeDocument/2006/relationships/notesMaster" Target="/ppt/notesMasters/notesMaster1.xml" Id="R182ff9fcabd54b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9e3e501af41d6" /><Relationship Type="http://schemas.openxmlformats.org/officeDocument/2006/relationships/notesMaster" Target="/ppt/notesMasters/notesMaster1.xml" Id="Ra592aa12263e4a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e0e4e0e1214857" /><Relationship Type="http://schemas.openxmlformats.org/officeDocument/2006/relationships/notesMaster" Target="/ppt/notesMasters/notesMaster1.xml" Id="R759e51daef984d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3f68d4dd2a4ecc" /><Relationship Type="http://schemas.openxmlformats.org/officeDocument/2006/relationships/notesMaster" Target="/ppt/notesMasters/notesMaster1.xml" Id="Ra5659b4e6bb146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f78f344a84492a" /><Relationship Type="http://schemas.openxmlformats.org/officeDocument/2006/relationships/notesMaster" Target="/ppt/notesMasters/notesMaster1.xml" Id="R4bef088a754949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5bbf3d0a6946c2" /><Relationship Type="http://schemas.openxmlformats.org/officeDocument/2006/relationships/notesMaster" Target="/ppt/notesMasters/notesMaster1.xml" Id="R03f1dbba670d4d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7b0f2fb9f4c52" /><Relationship Type="http://schemas.openxmlformats.org/officeDocument/2006/relationships/notesMaster" Target="/ppt/notesMasters/notesMaster1.xml" Id="Rc7f31c5e249647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32c16dce394f34" /><Relationship Type="http://schemas.openxmlformats.org/officeDocument/2006/relationships/notesMaster" Target="/ppt/notesMasters/notesMaster1.xml" Id="Ref886bc50bf140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3b3d380c9b4234" /><Relationship Type="http://schemas.openxmlformats.org/officeDocument/2006/relationships/notesMaster" Target="/ppt/notesMasters/notesMaster1.xml" Id="R960024fedf8e4c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proposal and interface drafts only. No generated-on-open prototype or hardware result. Author credit M.K. Hsu. Product definition from author instruction, 28 Oct 2026. Official track: https://contest.bhuntr.com/tw/39jg9vimiynrhlksze/home/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customer hypotheses, not completed interviews or measured market demand. No market size or competitor benchmark claimed. See docs/proposal-en.md sections 2 and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opening intends a new request and new clip. This is an episodic video experience. No 3D, 2.5D, WebGL or persistent simulation engine. No implemented flow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method. Live weather would require a later data source and timestamp. Context does not claim scientific prediction or continuously evolving ecosystem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 drafted for this proposal, not AI inference output. Reference asset approval is pending. No generation job was executed. See examples/scenario.json and examples/result.json.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draft only. Evaluate context interpretation and scenario/prompt construction on UGen300 / Hailo-10H. Host orchestration remains necessary. Do not infer all-local execution or device video capability. Confirm split eligibility with organizer. https://contest.bhuntr.com/tw/39jg9vimiynrhlksze/home/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Vendor describes Hailo-10H and LLM/VLM model categories. This does not establish workload compatibility. USB page: https://www.asus.com/tw/motherboards-components/ai-accelerator/ugen/ugen300-usb-8g/ accessed 28 Oct 2026. Form warns fixed hardware choice. Stage II requires actual UGen300 operation: https://contest.bhuntr.com/tw/39jg9vimiynrhlksze/home/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 prior concept: https://k-hunting-log.icareu.tw/journey/ accessed 28 Oct 2026. Agentic-Life-World-Zero / Agentic-Life-World-Studio is another product. Originality attachment includes similar public works by the same author. Written organizer clarification 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GitHub repository is a proposal and interface-draft repository, not complete prototype source. Contract checks verify internal consistency only. Local concept media uses prior K footage and is excluded from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customer and pricing statements are hypotheses. No customers, revenue, validated pricing or market-size claims. Unit-cost planning equation and assumptions are in docs/proposal-en.md section 8. No paid service started.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test sizes and gates, not completed studies. p50 and p95 latency, memory, energy boundaries, failures and retries to be collected after implementation. No numeric benchmark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plan, not performed work. Official Stage II 6 Nov–4 Dec 2026 and Global Online final deadline 4 Dec. Shortlist 2 Nov per 12 Oct amendment: https://contest.bhuntr.com/tw/39jg9vimiynrhlksze/article/4484/ accessed 28 Oct 2026. Backend cost/rights and split eligibility remain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home section IX and downloaded unsigned rights/portrait consent form accessed 28 Oct 2026. Organizer confirmation pending. No agreement accepted or signature performed. Similarity disclosure alone does not cure ineligibility.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is private and contains proposal materials, not a complete implemented product. Official home https://contest.bhuntr.com/tw/39jg9vimiynrhlksze/home/ and amendment accessed 28 Oct 2026. Full source register: sources/official-source-register.md. Scoring: innovation 30, commercial feasibility 35, practical value 25, storytelling 10. Deadline 28 Oct 17:00 Asia/Taipei. Live form PDF limit 15 MB, video optional discrepancy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dfaf51e7b4f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45f0d460d40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533eaae0d4c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31f9c4dc14f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0988446b540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827004e68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0D0298-ABFB-4A6B-BE78-16FFBAC50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B8AF40-2B01-4832-ACB3-FF3F67EE49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9712D2-712A-4B56-9F5C-2334B44BC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ACDF2B-B34B-4B57-AF3D-1FD5885DB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748F5E-3662-4EF0-8AEC-93C8A3817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244156-1B06-45B9-A156-8EDA3A76E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8E953B-6884-422D-882A-6E3F270FC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CA558E-8662-4FD2-9D44-4A82A838A9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3598FC-5A3B-46F7-9E44-BA5496383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8B6E33-CC61-4F9E-919D-7B072C02A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df99fc55b46d5" /><Relationship Type="http://schemas.openxmlformats.org/officeDocument/2006/relationships/slideLayout" Target="/ppt/slideLayouts/slideLayout1.xml" Id="R2732efe61f1c47ea" /><Relationship Type="http://schemas.openxmlformats.org/officeDocument/2006/relationships/slideLayout" Target="/ppt/slideLayouts/slideLayout2.xml" Id="R0e99ad94a2154e52" /><Relationship Type="http://schemas.openxmlformats.org/officeDocument/2006/relationships/slideLayout" Target="/ppt/slideLayouts/slideLayout3.xml" Id="R2fa42facce454fbe" /><Relationship Type="http://schemas.openxmlformats.org/officeDocument/2006/relationships/slideLayout" Target="/ppt/slideLayouts/slideLayout4.xml" Id="Rc8b1d38cb22143fd" /><Relationship Type="http://schemas.openxmlformats.org/officeDocument/2006/relationships/slideLayout" Target="/ppt/slideLayouts/slideLayout5.xml" Id="R8388ed174029456f" /><Relationship Type="http://schemas.openxmlformats.org/officeDocument/2006/relationships/slideLayout" Target="/ppt/slideLayouts/slideLayout6.xml" Id="Rc4f7bc6de2224b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32efe61f1c47ea"/>
    <p:sldLayoutId xmlns:r="http://schemas.openxmlformats.org/officeDocument/2006/relationships" id="2147483650" r:id="R0e99ad94a2154e52"/>
    <p:sldLayoutId xmlns:r="http://schemas.openxmlformats.org/officeDocument/2006/relationships" id="2147483651" r:id="R2fa42facce454fbe"/>
    <p:sldLayoutId xmlns:r="http://schemas.openxmlformats.org/officeDocument/2006/relationships" id="2147483652" r:id="Rc8b1d38cb22143fd"/>
    <p:sldLayoutId xmlns:r="http://schemas.openxmlformats.org/officeDocument/2006/relationships" id="2147483653" r:id="R8388ed174029456f"/>
    <p:sldLayoutId xmlns:r="http://schemas.openxmlformats.org/officeDocument/2006/relationships" id="2147483654" r:id="Rc4f7bc6de2224b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381170fcc4231" /><Relationship Type="http://schemas.openxmlformats.org/officeDocument/2006/relationships/notesSlide" Target="/ppt/notesSlides/notesSlide1.xml" Id="R1a1db426e9cf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12a9df12243b0" /><Relationship Type="http://schemas.openxmlformats.org/officeDocument/2006/relationships/notesSlide" Target="/ppt/notesSlides/notesSlide2.xml" Id="R2c9eb93c76fb48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f7e1851c14464" /><Relationship Type="http://schemas.openxmlformats.org/officeDocument/2006/relationships/notesSlide" Target="/ppt/notesSlides/notesSlide3.xml" Id="Rf9bfef622076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032ccb4dc459d" /><Relationship Type="http://schemas.openxmlformats.org/officeDocument/2006/relationships/notesSlide" Target="/ppt/notesSlides/notesSlide4.xml" Id="Re785fbb580e540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26b199e5941cb" /><Relationship Type="http://schemas.openxmlformats.org/officeDocument/2006/relationships/notesSlide" Target="/ppt/notesSlides/notesSlide5.xml" Id="R7b92c9a4964a46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690e2f2314105" /><Relationship Type="http://schemas.openxmlformats.org/officeDocument/2006/relationships/notesSlide" Target="/ppt/notesSlides/notesSlide6.xml" Id="Rcc521976d8ac4f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023a258c047d1" /><Relationship Type="http://schemas.openxmlformats.org/officeDocument/2006/relationships/notesSlide" Target="/ppt/notesSlides/notesSlide7.xml" Id="Rdcb96535edb444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10208754749e5" /><Relationship Type="http://schemas.openxmlformats.org/officeDocument/2006/relationships/notesSlide" Target="/ppt/notesSlides/notesSlide8.xml" Id="R9131324c6ca6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d38bd553f445b" /><Relationship Type="http://schemas.openxmlformats.org/officeDocument/2006/relationships/notesSlide" Target="/ppt/notesSlides/notesSlide9.xml" Id="R429f0704f5df47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187af203e46a4" /><Relationship Type="http://schemas.openxmlformats.org/officeDocument/2006/relationships/notesSlide" Target="/ppt/notesSlides/notesSlide10.xml" Id="R50a1550cee7142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bb54fab564508" /><Relationship Type="http://schemas.openxmlformats.org/officeDocument/2006/relationships/notesSlide" Target="/ppt/notesSlides/notesSlide11.xml" Id="R5cdda2a6438346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b598ecd6a4cc7" /><Relationship Type="http://schemas.openxmlformats.org/officeDocument/2006/relationships/notesSlide" Target="/ppt/notesSlides/notesSlide12.xml" Id="R0552e3fb7a874f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5fe84c7644e2f" /><Relationship Type="http://schemas.openxmlformats.org/officeDocument/2006/relationships/notesSlide" Target="/ppt/notesSlides/notesSlide13.xml" Id="R5709d6d7738449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291f1c2074fc8" /><Relationship Type="http://schemas.openxmlformats.org/officeDocument/2006/relationships/notesSlide" Target="/ppt/notesSlides/notesSlide14.xml" Id="R22e72bd426ba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6F9CF-91A5-4E7A-BB3E-911ADA94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OnDemand World</a:t>
            </a:r>
          </a:p>
          <a:p xmlns:a="http://schemas.openxmlformats.org/drawingml/2006/main">
            <a: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Observatory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0913F-8560-4413-83FC-FB88757C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2BF14-4349-4E7E-BE10-645B5B8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43F94-6878-4289-B937-265C982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B20E2-528A-45B2-A830-EF98C73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4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Context-conditioned short video</a:t>
            </a:r>
          </a:p>
          <a:p xmlns:a="http://schemas.openxmlformats.org/drawingml/2006/main">
            <a:pPr>
              <a:def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for every observation-page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312AF-6333-4E9F-876E-409FC293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M.K. Hsu</a:t>
            </a:r>
          </a:p>
          <a:p xmlns:a="http://schemas.openxmlformats.org/drawingml/2006/main">
            <a:pPr>
              <a:def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Creator AI / Battlefield Lightning / Global Online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40AF5-E867-45A4-BEB6-CE858CE1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rPr>
              <a:t>28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A0BAC-6153-460E-B6C9-BE531F4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8C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4E4D6-05B0-4BA5-8795-779038F3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1657350" cy="1657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8C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E46CC-162E-4560-B41E-210B8810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766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36F79-FBCA-4522-A4BD-C7A1C79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33600"/>
            <a:ext cx="19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DB596-5682-4724-BC99-7639C20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575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NEW</a:t>
            </a:r>
          </a:p>
          <a:p xmlns:a="http://schemas.openxmlformats.org/drawingml/2006/main">
            <a:pPr>
              <a:def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MOMENT</a:t>
            </a:r>
          </a:p>
        </p:txBody>
      </p:sp>
    </p:spTree>
    <p:extLst>
      <p:ext uri="{BB962C8B-B14F-4D97-AF65-F5344CB8AC3E}">
        <p14:creationId xmlns:p14="http://schemas.microsoft.com/office/powerpoint/2010/main" val="34131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363D2-148F-4248-BBAB-53B03030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Repeat visits need fresh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ABDDB-BDB0-4139-B3AC-1648446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FC8FC-CA97-4D9A-85CA-D7E11BE6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033C-6CB5-4CDB-A430-430DD833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BBAA5-427D-4077-8665-188D542D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Creator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FCB05-BECA-4982-8ACC-612C406F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 rich world setting and reference art already exist. Manually writing every new scene takes effort.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99223-29F9-4301-8A00-D8FC908D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Visitor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61104-5A8B-4CC3-9ADB-487DEE81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 fixed gallery repeats the same moments. An open-ended prompt editor asks the visitor to do the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64181-E44E-4A77-92C9-250E6E47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Proposed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32DB-B6D2-46B9-AB21-94C2298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 new observation on opening, bounded by the creator’s world rules and visual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3811F-3952-4D2E-BDCA-FDD6B02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Initial customer hypothesis: independent worldbuilding creators and small IP teams</a:t>
            </a:r>
          </a:p>
        </p:txBody>
      </p:sp>
    </p:spTree>
    <p:extLst>
      <p:ext uri="{BB962C8B-B14F-4D97-AF65-F5344CB8AC3E}">
        <p14:creationId xmlns:p14="http://schemas.microsoft.com/office/powerpoint/2010/main" val="359353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BEF6C-2253-4C3B-B36A-FAE2D299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The proposed observation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9D623-E0A8-4F9D-B3D1-4FD8B760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32777-96A4-4751-944C-2C44607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D9332-1A27-40EF-A0F9-7FB4A24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96E3A-50A0-4B3A-89C1-AD2AFDAA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CD04C-B37B-42CA-9192-2202DF46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Open 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4C3AF-7E14-4D61-B2C2-EAFFB2F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050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F6D0A-5ABA-407E-B751-813C075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050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DCFCD-D952-466C-9EE4-96D45E05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Compose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7DF89-1473-42C0-A835-A158ABC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050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F40E6-43CF-4AE8-89F7-B40ACF0B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050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53274-B6A5-4653-8E98-5A557E8E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Generate clip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BA915-CB31-43E8-BA68-D891AA9B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050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48E24-1F10-4416-A3F4-5B00B7FE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050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10F6C-3454-479C-8B61-ECB30C2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Play new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9C838-7630-4970-A943-476C1C2E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Domain + eligible species + time + climate + approved reference images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AA2A8-6E66-4F45-8AE3-7620DD06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Fast generation is the intended experience. Backend and latency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1006270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474C5-CF2D-4F1D-876E-85FC51C9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Creator-defined context and constraints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3B08F-5625-4733-A48B-C8D50D7B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E6383-27C0-449B-BE99-4299383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D7A3E-2601-47C2-9FF1-2059DE94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C9FBA-FEBE-4247-837D-175918E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43C42-4938-4AE2-AF6C-23C1A8D8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World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22695-EC00-4E7C-9FAE-EDB45D2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One domain, approved species, visual references and prohibited events.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A2A20-0EFD-45BE-A051-B3EA06A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A0333-7E26-44E1-96DC-2601C1C2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194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Context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B8EE0-53F2-45B3-A67A-C2179BC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862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Creator-defined fictional time and climate in the first 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10EC0-4906-431C-9C89-5FB7DC8E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B720B-70EC-4130-A4B8-9509FBB8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291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Coherence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29F0B-73F0-4576-A9B4-2EDB0AAD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Reject unsupported species or conditions before requesting a video.</a:t>
            </a:r>
          </a:p>
        </p:txBody>
      </p:sp>
    </p:spTree>
    <p:extLst>
      <p:ext uri="{BB962C8B-B14F-4D97-AF65-F5344CB8AC3E}">
        <p14:creationId xmlns:p14="http://schemas.microsoft.com/office/powerpoint/2010/main" val="1580183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BE7F5-0F14-4DC1-B723-D2607742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A written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F139F-0D39-4339-A196-AABD5BB5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2E770-A142-47C1-9BE3-492ECB5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60FDE-6783-4734-AE2D-33236143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F2BD-1EA6-4A45-96CC-3156F5AD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rPr>
              <a:t>FICTIONAL WETLAND / DAWN / MIST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3D0A6-0781-479A-8983-999C8C4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1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One approved wading bird takes two slow steps</a:t>
            </a:r>
          </a:p>
          <a:p xmlns:a="http://schemas.openxmlformats.org/drawingml/2006/main">
            <a:pPr>
              <a:def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beside reeds. Gentle ripples cross still water.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897F-B9DD-4DE5-86D2-760F5526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Prompt direction: preserve the reference anatomy and habitat.</a:t>
            </a:r>
          </a:p>
          <a:p xmlns:a="http://schemas.openxmlformats.org/drawingml/2006/main">
            <a:pPr>
              <a:def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Use a fixed wide camera, subtle motion and no additional species.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0C8C2-1A0C-4027-9286-2D4B61BA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AE61"/>
                </a:solidFill>
                <a:latin typeface="Helvetica Neue"/>
                <a:ea typeface="Helvetica Neue"/>
                <a:cs typeface="Helvetica Neue"/>
              </a:rPr>
              <a:t>Hand-authored sample. No model output, generated clip or measured result.</a:t>
            </a:r>
          </a:p>
        </p:txBody>
      </p:sp>
    </p:spTree>
    <p:extLst>
      <p:ext uri="{BB962C8B-B14F-4D97-AF65-F5344CB8AC3E}">
        <p14:creationId xmlns:p14="http://schemas.microsoft.com/office/powerpoint/2010/main" val="171163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927FC-EB01-492B-BBAC-BF5B216C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Proposed software and hardware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91225-8969-4A53-A2EF-109AA17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35D62-9A27-450E-869A-83680F09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EFF02-95E0-4F3E-B3E4-BD4B76C1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4FE2B-A014-4500-A883-B21EF569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8956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9AC5A-D116-43F6-B62C-34134A2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251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Browser</a:t>
            </a:r>
          </a:p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Open / status / playback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3232B-1AE0-48C4-A18F-C681C3B6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2385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530D4-35D2-4A35-A1AF-C966F23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Host coordinator</a:t>
            </a:r>
          </a:p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Domain and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6C93D-FC54-427D-8DEA-A1720031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47875"/>
            <a:ext cx="28765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A05FB-E848-4E5A-AE24-0EC86BF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19325"/>
            <a:ext cx="2495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Scenario / prompt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UGen300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9B481-696D-4051-A519-66F56D3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C466B-4C63-48E1-9633-1CD9E7B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8CC22-FFDC-4A19-97B5-E76DAE98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85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DBCA6-EF9F-4764-8E3B-A2139722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New clip + manifest</a:t>
            </a:r>
          </a:p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Provenance and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70AF5-690F-4DEC-9F79-CC6C715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105275"/>
            <a:ext cx="61245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0C516-5F67-4D6B-8630-A50FA1D6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76725"/>
            <a:ext cx="5743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Video backend</a:t>
            </a:r>
          </a:p>
          <a:p xmlns:a="http://schemas.openxmlformats.org/drawingml/2006/main">
            <a:pPr>
              <a:def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Unselected / unvalidated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52EC9-2FA3-4C1E-8A1B-9AD3F83F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7677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E47DB-2D5E-423D-9953-BDF19FAA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85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E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0118D-7E81-441E-9DE9-D2351100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The device contribution and the video-generation backend require separate validation.</a:t>
            </a:r>
          </a:p>
        </p:txBody>
      </p:sp>
    </p:spTree>
    <p:extLst>
      <p:ext uri="{BB962C8B-B14F-4D97-AF65-F5344CB8AC3E}">
        <p14:creationId xmlns:p14="http://schemas.microsoft.com/office/powerpoint/2010/main" val="2568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C6C87-4811-4955-B0BA-578757C0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UGen300 evaluation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19A9-04F7-4CED-AE10-9ADFC97B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B4B46-30AC-4872-B8D2-1F27E3A0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670E9-49C4-4825-83DD-86FCB175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DCEB7-A7D3-4E33-A6B3-BC527EF8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Candidate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C70F7-CD6B-4972-A1D4-44CE9DC8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Context interpretation and constrained scenario / prompt construction using a supported Hailo-10H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F04E0-A3FF-47AA-8330-B70DAC4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Compatibility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F7B86-760A-4766-8F0E-57E7B58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Confirm received device, host OS, drivers, memory and model runtime. USB versus M.2 selection remains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4124D-21C5-45F9-87CF-815C3EDE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Evidence needed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04C56-568B-4642-B76D-8105BE0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Actual device operation, model versions, reproducible logs and separate timings for every pipeline stage.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BB0E6-B57F-4B84-B28A-E31E6D76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No UGen300 video, latency, power or deployment result exists today.</a:t>
            </a:r>
          </a:p>
        </p:txBody>
      </p:sp>
    </p:spTree>
    <p:extLst>
      <p:ext uri="{BB962C8B-B14F-4D97-AF65-F5344CB8AC3E}">
        <p14:creationId xmlns:p14="http://schemas.microsoft.com/office/powerpoint/2010/main" val="281289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A56CC-F9FB-4974-A906-BFAB5D1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Prior work and new application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EB8E7-D72C-46DB-A720-4092168B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6A36A-BACC-40D0-A9AD-701DD7B0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FC5EA-B4AF-47BD-B309-BBB8904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C24A1-5D90-4F19-9FD8-9EDD370C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Prior public material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44529-1A08-414C-A43F-AACF2CC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28825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New proposal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A6AFE-BC1D-46C1-A649-A9CE396F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000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K’s Hunting Log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Habitat imagery, species setting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and pre-existing video clips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Separate Studio product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Story-to-world authoring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F198-8E45-4CB1-AEDF-6AB2A38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5000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Page-open observation design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Context and constraint interface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Hand-authored payload examples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Hardware evaluation plan</a:t>
            </a:r>
          </a:p>
          <a:p xmlns:a="http://schemas.openxmlformats.org/drawingml/2006/main">
            <a:pPr>
              <a:def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Proposal, slides and video 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5072D-7CC9-40B8-9B22-814994F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No Studio code copied. Disclosure does not establish originality eligibility.</a:t>
            </a:r>
          </a:p>
        </p:txBody>
      </p:sp>
    </p:spTree>
    <p:extLst>
      <p:ext uri="{BB962C8B-B14F-4D97-AF65-F5344CB8AC3E}">
        <p14:creationId xmlns:p14="http://schemas.microsoft.com/office/powerpoint/2010/main" val="332072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D2C21-215B-4EE3-A92A-691957A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What exists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E94D3-C3DC-4108-91A9-D354416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5FCC6-87E5-4D2E-AB4F-A9B2455D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8B204-AA87-42FC-BC2F-DF717817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8D0DC-EC57-4AA7-9D94-2C7DF4C2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3676D-1760-40DA-ACFA-B29E8B84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Reviewable application 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CBFAF-FA43-4EEB-9AC7-EBEADB5E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Proposal, editable deck, draft schemas, written examples and a source register.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7B4E2-0D69-4172-9E6C-5BBEC55D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1C196-A81E-41EC-A61E-06B66D2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194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Operating product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3CEF-08F1-47E6-B4DE-5347266E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862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No scenario model, video adapter, generated-on-open page or deployed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723C2-527A-4C67-9E4E-7EE04E6B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8BCDE-6402-4838-9A80-CEA5E332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291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Hardware and performance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00DE2-2D09-482D-91B9-2ADB73C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No UGen300 integration, device-generated video, latency or power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780128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3FDCF-CEEF-4877-93BD-1A4F28F8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Commercial hypothesis and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D4E0D-5B0D-45DE-B540-4540E4C6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5FEC2-AD90-405E-B352-457FDCE6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83878-021C-4743-9726-1D9C2BD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3630-305E-4933-BA30-DCDC92C8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First 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0B5C9-1A2E-4DF2-9E36-E6462D8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286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Independent creators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and small IP teams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with established worlds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E5512-12D6-41F0-8886-3DDAB97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First use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362B4-1AD0-4089-81A2-BA73EB51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52725"/>
            <a:ext cx="3286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An observation page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linked from an existing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world or story 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302F2-B3B3-4C98-A024-3ABF4A61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Possible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87A53-0066-4DC8-903F-200E9A47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52725"/>
            <a:ext cx="3276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Creator subscription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plus metered video use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or observation credits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921FF-249C-49C0-91DE-57F9A31C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A71CC-C74A-40E2-AF90-CE0EFB39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Measure cost per playable clip, retries, visitor return intent and creator effort.</a:t>
            </a:r>
          </a:p>
        </p:txBody>
      </p:sp>
    </p:spTree>
    <p:extLst>
      <p:ext uri="{BB962C8B-B14F-4D97-AF65-F5344CB8AC3E}">
        <p14:creationId xmlns:p14="http://schemas.microsoft.com/office/powerpoint/2010/main" val="6109987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DF67A-BE2A-4661-B154-140016E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Proposed validation and acceptance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1BE05-3005-421E-A72B-9FF8CF35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A4CDF-333F-41C1-A1B9-32B1201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96870-7201-4B70-B8BE-D1A06E9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52078-6A01-4F93-BB9E-03B1E5F9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Coherence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688CC-A00C-4BCE-940C-850AAAC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20 context combinations × 5 requests. Review species, reference identity and forbidden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24276-D9B4-4D99-9203-098E92F1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1BCA6-738A-4AAB-863D-0EC20E78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Measure context, device prompt inference, video backend and total time-to-play separately.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D5FEC-704D-4E04-98CD-337C230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User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F83CE-23B9-4CD7-93B1-72785D0C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Proposed study: 5 creators and 10 visitors. Compare fixed clips with labeled variations.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B189E-E382-4516-B8D1-62235CC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Proposed gates: complete provenance, no unapproved species in accepted prompts, honest failures</a:t>
            </a:r>
          </a:p>
        </p:txBody>
      </p:sp>
    </p:spTree>
    <p:extLst>
      <p:ext uri="{BB962C8B-B14F-4D97-AF65-F5344CB8AC3E}">
        <p14:creationId xmlns:p14="http://schemas.microsoft.com/office/powerpoint/2010/main" val="348140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24A91-5FB1-4DF8-877C-6DA09F01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Stage II development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0B796-347C-4ACB-B76C-990991B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83AB0-C59C-4DCF-A911-B53F94A2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66527-EE1A-4EFF-936C-4594DC65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A15FB-2EBF-40D4-AFE1-6DDC45B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06–13 Nov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C6F23-A046-489C-87BE-3FE3ED5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526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Device and model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compatibility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FF33F-4EDC-4040-82AF-277156F5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E1202-3134-4DB9-9310-60B9653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14–20 Nov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322FF-734F-465A-A5A0-348FFA57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Context, constraints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and device prompt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46F3B-0CD3-4C88-AB1D-A0D1CB84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D1A74-1582-4AE0-AFA7-27D556D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21–27 Nov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46DF8-9276-44D6-A760-6B51666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1477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Eligible video backend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and playback 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1236B-E02E-4322-B5B4-D8FF614B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54AD9-0A45-4793-B03D-87C538C7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28 Nov–04 Dec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2EA3E-59D8-4878-AA66-A085039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Evaluation, actual device</a:t>
            </a:r>
          </a:p>
          <a:p xmlns:a="http://schemas.openxmlformats.org/drawingml/2006/main">
            <a:pPr>
              <a:def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capture and final evidence</a:t>
            </a:r>
          </a:p>
        </p:txBody>
      </p:sp>
    </p:spTree>
    <p:extLst>
      <p:ext uri="{BB962C8B-B14F-4D97-AF65-F5344CB8AC3E}">
        <p14:creationId xmlns:p14="http://schemas.microsoft.com/office/powerpoint/2010/main" val="1527508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F5B02-E445-41BB-B621-1A87A42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Eligibility and rights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24895-F92A-4056-B69A-20DB10E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6E042-4FB8-4CC3-A607-341CBE6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474E8-BCFD-4BFD-ACF1-49161FAE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58655-DC4A-4608-9C1F-CD5302DA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7502E-D907-453F-B158-4A3EB7A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Prior public and similar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4F782-282D-4AB2-B04C-8F7817F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The consent warranty includes similar public works by the same author. No old-material exemption is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CCE6A-CB0E-49C2-B8AB-8623316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BD42F-5529-412C-956C-D870E51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194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Asset and model 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41286-AD43-4148-B96D-29A27F4C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862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Rights must support the organizer’s use, including commercial use and sublicensing for winning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29010-C4A5-4046-AD0B-9C0B5122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76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95640-D8E3-4FCD-A979-48773F82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29175"/>
            <a:ext cx="9477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362D"/>
                </a:solidFill>
                <a:latin typeface="Helvetica Neue"/>
                <a:ea typeface="Helvetica Neue"/>
                <a:cs typeface="Helvetica Neue"/>
              </a:rPr>
              <a:t>Owner-only agreement and signature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68A6C-300E-4E9E-9BBE-68ADA4D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5B"/>
                </a:solidFill>
                <a:latin typeface="Helvetica Neue"/>
                <a:ea typeface="Helvetica Neue"/>
                <a:cs typeface="Helvetica Neue"/>
              </a:rPr>
              <a:t>The author must review perpetual award licensing and name, likeness and voice terms before signing.</a:t>
            </a:r>
          </a:p>
        </p:txBody>
      </p:sp>
    </p:spTree>
    <p:extLst>
      <p:ext uri="{BB962C8B-B14F-4D97-AF65-F5344CB8AC3E}">
        <p14:creationId xmlns:p14="http://schemas.microsoft.com/office/powerpoint/2010/main" val="15372326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C04EB-68FA-4BA1-9F47-502BAB2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Stage I review package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A9901-F23D-4F97-949F-68945C91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2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CB446-A927-4C8E-94BF-BFB0F0CA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STAGE I CONCEPT / NO PRODUCT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139B8-8C35-4A02-901F-1D31AFE7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2DEFC-0015-4E7E-98BA-8570337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rPr>
              <a:t>Review-ready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1400E-B7B2-4FF5-8C03-CCFC2333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5143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14-page English proposal</a:t>
            </a:r>
          </a:p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Draft interfaces and examples</a:t>
            </a:r>
          </a:p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English concept video script</a:t>
            </a:r>
          </a:p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Source and rights 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3220D-F1BD-48CB-BE38-022409A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47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6AE61"/>
                </a:solidFill>
                <a:latin typeface="Helvetica Neue"/>
                <a:ea typeface="Helvetica Neue"/>
                <a:cs typeface="Helvetica Neue"/>
              </a:rPr>
              <a:t>Owner completion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185F7-E785-4646-A363-7877DFE4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4953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Eligibility and asset clearance</a:t>
            </a:r>
          </a:p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Legal/contact fields and hardware</a:t>
            </a:r>
          </a:p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Signed consent PDF</a:t>
            </a:r>
          </a:p>
          <a:p xmlns:a="http://schemas.openxmlformats.org/drawingml/2006/main">
            <a:pPr>
              <a:def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1E7"/>
                </a:solidFill>
                <a:latin typeface="Helvetica Neue"/>
                <a:ea typeface="Helvetica Neue"/>
                <a:cs typeface="Helvetica Neue"/>
              </a:rPr>
              <a:t>Judge access and video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81CEF-2650-4908-BEB1-DF019C46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https://github.com/mkhsu2002/OnDemand-World-Observatory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9067C-DA8B-4274-A351-970CD5DB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9DDC9"/>
                </a:solidFill>
                <a:latin typeface="Helvetica Neue"/>
                <a:ea typeface="Helvetica Neue"/>
                <a:cs typeface="Helvetica Neue"/>
              </a:rPr>
              <a:t>Private repository. No product source implementation yet.</a:t>
            </a:r>
          </a:p>
        </p:txBody>
      </p:sp>
    </p:spTree>
    <p:extLst>
      <p:ext uri="{BB962C8B-B14F-4D97-AF65-F5344CB8AC3E}">
        <p14:creationId xmlns:p14="http://schemas.microsoft.com/office/powerpoint/2010/main" val="562588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2026-10-28T00:18:27.1710000Z</dcterms:created>
  <dcterms:modified xsi:type="dcterms:W3CDTF">2026-10-28T00:18:27.1710000Z</dcterms:modified>
</coreProperties>
</file>